
<file path=[Content_Types].xml><?xml version="1.0" encoding="utf-8"?>
<Types xmlns="http://schemas.openxmlformats.org/package/2006/content-types">
  <Default Extension="gif" ContentType="image/gi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0"/>
  </p:notesMasterIdLst>
  <p:handoutMasterIdLst>
    <p:handoutMasterId r:id="rId11"/>
  </p:handoutMasterIdLst>
  <p:sldIdLst>
    <p:sldId id="322" r:id="rId5"/>
    <p:sldId id="325" r:id="rId6"/>
    <p:sldId id="323" r:id="rId7"/>
    <p:sldId id="324" r:id="rId8"/>
    <p:sldId id="310"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5B8BF"/>
    <a:srgbClr val="58696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E3FDE45-AF77-4B5C-9715-49D594BDF05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16" autoAdjust="0"/>
    <p:restoredTop sz="95388" autoAdjust="0"/>
  </p:normalViewPr>
  <p:slideViewPr>
    <p:cSldViewPr snapToGrid="0">
      <p:cViewPr varScale="1">
        <p:scale>
          <a:sx n="103" d="100"/>
          <a:sy n="103" d="100"/>
        </p:scale>
        <p:origin x="870" y="108"/>
      </p:cViewPr>
      <p:guideLst/>
    </p:cSldViewPr>
  </p:slideViewPr>
  <p:outlineViewPr>
    <p:cViewPr>
      <p:scale>
        <a:sx n="33" d="100"/>
        <a:sy n="33" d="100"/>
      </p:scale>
      <p:origin x="0" y="-7776"/>
    </p:cViewPr>
  </p:outlineViewPr>
  <p:notesTextViewPr>
    <p:cViewPr>
      <p:scale>
        <a:sx n="1" d="1"/>
        <a:sy n="1" d="1"/>
      </p:scale>
      <p:origin x="0" y="0"/>
    </p:cViewPr>
  </p:notesTextViewPr>
  <p:sorterViewPr>
    <p:cViewPr>
      <p:scale>
        <a:sx n="100" d="100"/>
        <a:sy n="100" d="100"/>
      </p:scale>
      <p:origin x="0" y="0"/>
    </p:cViewPr>
  </p:sorterViewPr>
  <p:notesViewPr>
    <p:cSldViewPr snapToGrid="0">
      <p:cViewPr>
        <p:scale>
          <a:sx n="1" d="2"/>
          <a:sy n="1" d="2"/>
        </p:scale>
        <p:origin x="3480" y="55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presProps" Target="presProps.xml"/><Relationship Id="rId2" Type="http://schemas.openxmlformats.org/officeDocument/2006/relationships/customXml" Target="../customXml/item2.xml"/><Relationship Id="rId16"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1A50702-3C68-4B14-B819-72B57D27F94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EF0F4880-E690-44D0-8356-A9E7BDBAB09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BE6205E-B305-4B90-9534-3C5E99A0275E}" type="datetimeFigureOut">
              <a:rPr lang="en-US" smtClean="0"/>
              <a:t>5/18/2026</a:t>
            </a:fld>
            <a:endParaRPr lang="en-US" dirty="0"/>
          </a:p>
        </p:txBody>
      </p:sp>
      <p:sp>
        <p:nvSpPr>
          <p:cNvPr id="4" name="Footer Placeholder 3">
            <a:extLst>
              <a:ext uri="{FF2B5EF4-FFF2-40B4-BE49-F238E27FC236}">
                <a16:creationId xmlns:a16="http://schemas.microsoft.com/office/drawing/2014/main" id="{26B4ACF6-39FD-4B08-A7D5-5BFDC37B462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AF7C9FD2-2C57-4DE7-8EA4-86DEE80B988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0AC623C-86E0-4A85-83FB-F4A716956FD4}" type="slidenum">
              <a:rPr lang="en-US" smtClean="0"/>
              <a:t>‹#›</a:t>
            </a:fld>
            <a:endParaRPr lang="en-US" dirty="0"/>
          </a:p>
        </p:txBody>
      </p:sp>
    </p:spTree>
    <p:extLst>
      <p:ext uri="{BB962C8B-B14F-4D97-AF65-F5344CB8AC3E}">
        <p14:creationId xmlns:p14="http://schemas.microsoft.com/office/powerpoint/2010/main" val="169395559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33722F1-E430-42A1-A473-1759336AECCE}" type="datetimeFigureOut">
              <a:rPr lang="en-US" smtClean="0"/>
              <a:t>5/18/2026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7D7554-D10C-4E29-B8E6-BB7111FA614F}" type="slidenum">
              <a:rPr lang="en-US" smtClean="0"/>
              <a:t>‹#›</a:t>
            </a:fld>
            <a:endParaRPr lang="en-US" dirty="0"/>
          </a:p>
        </p:txBody>
      </p:sp>
    </p:spTree>
    <p:extLst>
      <p:ext uri="{BB962C8B-B14F-4D97-AF65-F5344CB8AC3E}">
        <p14:creationId xmlns:p14="http://schemas.microsoft.com/office/powerpoint/2010/main" val="35173470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1">
    <p:bg>
      <p:bgPr>
        <a:solidFill>
          <a:schemeClr val="accent2">
            <a:lumMod val="50000"/>
          </a:schemeClr>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1B5E70F-EF03-B535-2505-BC971E3BC36D}"/>
              </a:ext>
              <a:ext uri="{C183D7F6-B498-43B3-948B-1728B52AA6E4}">
                <adec:decorative xmlns:adec="http://schemas.microsoft.com/office/drawing/2017/decorative" val="1"/>
              </a:ext>
            </a:extLst>
          </p:cNvPr>
          <p:cNvSpPr/>
          <p:nvPr userDrawn="1"/>
        </p:nvSpPr>
        <p:spPr>
          <a:xfrm>
            <a:off x="0" y="5943600"/>
            <a:ext cx="914400" cy="9144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 name="Straight Connector 2">
            <a:extLst>
              <a:ext uri="{FF2B5EF4-FFF2-40B4-BE49-F238E27FC236}">
                <a16:creationId xmlns:a16="http://schemas.microsoft.com/office/drawing/2014/main" id="{8794424E-93DD-A404-D05E-EF6030A76D3B}"/>
              </a:ext>
              <a:ext uri="{C183D7F6-B498-43B3-948B-1728B52AA6E4}">
                <adec:decorative xmlns:adec="http://schemas.microsoft.com/office/drawing/2017/decorative" val="1"/>
              </a:ext>
            </a:extLst>
          </p:cNvPr>
          <p:cNvCxnSpPr>
            <a:cxnSpLocks/>
          </p:cNvCxnSpPr>
          <p:nvPr userDrawn="1"/>
        </p:nvCxnSpPr>
        <p:spPr>
          <a:xfrm>
            <a:off x="896628" y="0"/>
            <a:ext cx="0" cy="6858000"/>
          </a:xfrm>
          <a:prstGeom prst="line">
            <a:avLst/>
          </a:prstGeom>
          <a:ln w="19050">
            <a:solidFill>
              <a:schemeClr val="accent5">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B03A3B6B-5129-A46A-A20C-5D7BC706C9B1}"/>
              </a:ext>
              <a:ext uri="{C183D7F6-B498-43B3-948B-1728B52AA6E4}">
                <adec:decorative xmlns:adec="http://schemas.microsoft.com/office/drawing/2017/decorative" val="1"/>
              </a:ext>
            </a:extLst>
          </p:cNvPr>
          <p:cNvSpPr/>
          <p:nvPr userDrawn="1"/>
        </p:nvSpPr>
        <p:spPr>
          <a:xfrm>
            <a:off x="11277600" y="0"/>
            <a:ext cx="914400" cy="9144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7">
            <a:extLst>
              <a:ext uri="{FF2B5EF4-FFF2-40B4-BE49-F238E27FC236}">
                <a16:creationId xmlns:a16="http://schemas.microsoft.com/office/drawing/2014/main" id="{24E401A1-8CEE-5E1B-343B-D737433AE63F}"/>
              </a:ext>
            </a:extLst>
          </p:cNvPr>
          <p:cNvSpPr>
            <a:spLocks noGrp="1"/>
          </p:cNvSpPr>
          <p:nvPr>
            <p:ph type="title" hasCustomPrompt="1"/>
          </p:nvPr>
        </p:nvSpPr>
        <p:spPr>
          <a:xfrm>
            <a:off x="1317615" y="690511"/>
            <a:ext cx="5185821" cy="5253089"/>
          </a:xfrm>
        </p:spPr>
        <p:txBody>
          <a:bodyPr anchor="b">
            <a:normAutofit/>
          </a:bodyPr>
          <a:lstStyle>
            <a:lvl1pPr>
              <a:defRPr sz="6000">
                <a:solidFill>
                  <a:schemeClr val="bg1"/>
                </a:solidFill>
              </a:defRPr>
            </a:lvl1pPr>
          </a:lstStyle>
          <a:p>
            <a:r>
              <a:rPr lang="en-US" dirty="0"/>
              <a:t>Click to add title</a:t>
            </a:r>
          </a:p>
        </p:txBody>
      </p:sp>
    </p:spTree>
    <p:extLst>
      <p:ext uri="{BB962C8B-B14F-4D97-AF65-F5344CB8AC3E}">
        <p14:creationId xmlns:p14="http://schemas.microsoft.com/office/powerpoint/2010/main" val="17845559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1">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5B3424C-4925-A7F7-02CD-84526B2E22EF}"/>
              </a:ext>
            </a:extLst>
          </p:cNvPr>
          <p:cNvSpPr>
            <a:spLocks noGrp="1"/>
          </p:cNvSpPr>
          <p:nvPr>
            <p:ph type="title" hasCustomPrompt="1"/>
          </p:nvPr>
        </p:nvSpPr>
        <p:spPr>
          <a:xfrm>
            <a:off x="1455583" y="737115"/>
            <a:ext cx="4640418" cy="5407091"/>
          </a:xfrm>
        </p:spPr>
        <p:txBody>
          <a:bodyPr lIns="0">
            <a:normAutofit/>
          </a:bodyPr>
          <a:lstStyle>
            <a:lvl1pPr>
              <a:defRPr sz="3600"/>
            </a:lvl1pPr>
          </a:lstStyle>
          <a:p>
            <a:r>
              <a:rPr lang="en-US" dirty="0"/>
              <a:t>Click to add title</a:t>
            </a:r>
          </a:p>
        </p:txBody>
      </p:sp>
      <p:sp>
        <p:nvSpPr>
          <p:cNvPr id="2" name="Content Placeholder 7">
            <a:extLst>
              <a:ext uri="{FF2B5EF4-FFF2-40B4-BE49-F238E27FC236}">
                <a16:creationId xmlns:a16="http://schemas.microsoft.com/office/drawing/2014/main" id="{AEA3C42D-C3E7-4F13-63E2-96D7A3B21113}"/>
              </a:ext>
            </a:extLst>
          </p:cNvPr>
          <p:cNvSpPr>
            <a:spLocks noGrp="1"/>
          </p:cNvSpPr>
          <p:nvPr>
            <p:ph sz="quarter" idx="12" hasCustomPrompt="1"/>
          </p:nvPr>
        </p:nvSpPr>
        <p:spPr>
          <a:xfrm>
            <a:off x="6388461" y="737115"/>
            <a:ext cx="4449712" cy="5407091"/>
          </a:xfrm>
        </p:spPr>
        <p:txBody>
          <a:bodyPr lIns="0" tIns="0" rIns="0" bIns="0" anchor="ctr">
            <a:normAutofit/>
          </a:bodyPr>
          <a:lstStyle>
            <a:lvl1pPr marL="228600" indent="-228600">
              <a:lnSpc>
                <a:spcPct val="100000"/>
              </a:lnSpc>
              <a:spcBef>
                <a:spcPts val="0"/>
              </a:spcBef>
              <a:spcAft>
                <a:spcPts val="1200"/>
              </a:spcAft>
              <a:buFont typeface="Arial" panose="020B0604020202020204" pitchFamily="34" charset="0"/>
              <a:buChar char="•"/>
              <a:defRPr sz="2000"/>
            </a:lvl1pPr>
            <a:lvl2pPr marL="685800" indent="-228600">
              <a:lnSpc>
                <a:spcPct val="100000"/>
              </a:lnSpc>
              <a:spcBef>
                <a:spcPts val="0"/>
              </a:spcBef>
              <a:spcAft>
                <a:spcPts val="1200"/>
              </a:spcAft>
              <a:buFont typeface="Arial" panose="020B0604020202020204" pitchFamily="34" charset="0"/>
              <a:buChar char="•"/>
              <a:defRPr sz="2000"/>
            </a:lvl2pPr>
            <a:lvl3pPr marL="1143000" indent="-228600">
              <a:spcBef>
                <a:spcPts val="0"/>
              </a:spcBef>
              <a:spcAft>
                <a:spcPts val="1200"/>
              </a:spcAft>
              <a:buFont typeface="Arial" panose="020B0604020202020204" pitchFamily="34" charset="0"/>
              <a:buChar char="•"/>
              <a:defRPr sz="2000"/>
            </a:lvl3pPr>
            <a:lvl4pPr marL="1600200" indent="-228600">
              <a:spcBef>
                <a:spcPts val="0"/>
              </a:spcBef>
              <a:spcAft>
                <a:spcPts val="1200"/>
              </a:spcAft>
              <a:buFont typeface="Arial" panose="020B0604020202020204" pitchFamily="34" charset="0"/>
              <a:buChar char="•"/>
              <a:defRPr sz="2000"/>
            </a:lvl4pPr>
            <a:lvl5pPr marL="2057400" indent="-228600">
              <a:spcBef>
                <a:spcPts val="0"/>
              </a:spcBef>
              <a:spcAft>
                <a:spcPts val="1200"/>
              </a:spcAft>
              <a:buFont typeface="Arial" panose="020B0604020202020204" pitchFamily="34" charset="0"/>
              <a:buChar char="•"/>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45FE61D9-DA99-9DA5-5DD2-C4118066CA63}"/>
              </a:ext>
              <a:ext uri="{C183D7F6-B498-43B3-948B-1728B52AA6E4}">
                <adec:decorative xmlns:adec="http://schemas.microsoft.com/office/drawing/2017/decorative" val="1"/>
              </a:ext>
            </a:extLst>
          </p:cNvPr>
          <p:cNvCxnSpPr>
            <a:cxnSpLocks/>
          </p:cNvCxnSpPr>
          <p:nvPr userDrawn="1"/>
        </p:nvCxnSpPr>
        <p:spPr>
          <a:xfrm>
            <a:off x="896628" y="0"/>
            <a:ext cx="0" cy="5943600"/>
          </a:xfrm>
          <a:prstGeom prst="line">
            <a:avLst/>
          </a:prstGeom>
          <a:ln w="1905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CE64603E-965E-E3BF-203B-F4D99428203D}"/>
              </a:ext>
              <a:ext uri="{C183D7F6-B498-43B3-948B-1728B52AA6E4}">
                <adec:decorative xmlns:adec="http://schemas.microsoft.com/office/drawing/2017/decorative" val="1"/>
              </a:ext>
            </a:extLst>
          </p:cNvPr>
          <p:cNvSpPr/>
          <p:nvPr userDrawn="1"/>
        </p:nvSpPr>
        <p:spPr>
          <a:xfrm>
            <a:off x="11277600" y="0"/>
            <a:ext cx="914400" cy="9144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Slide Number Placeholder 5">
            <a:extLst>
              <a:ext uri="{FF2B5EF4-FFF2-40B4-BE49-F238E27FC236}">
                <a16:creationId xmlns:a16="http://schemas.microsoft.com/office/drawing/2014/main" id="{4E9F5D75-1D8F-F695-81F8-4A6D0C678215}"/>
              </a:ext>
            </a:extLst>
          </p:cNvPr>
          <p:cNvSpPr>
            <a:spLocks noGrp="1"/>
          </p:cNvSpPr>
          <p:nvPr>
            <p:ph type="sldNum" sz="quarter" idx="15"/>
          </p:nvPr>
        </p:nvSpPr>
        <p:spPr>
          <a:xfrm>
            <a:off x="412136" y="5943601"/>
            <a:ext cx="968983" cy="651912"/>
          </a:xfrm>
        </p:spPr>
        <p:txBody>
          <a:bodyPr/>
          <a:lstStyle/>
          <a:p>
            <a:fld id="{18D65601-5AE2-46FC-B138-694DDD2B510D}" type="slidenum">
              <a:rPr lang="en-US" smtClean="0"/>
              <a:pPr/>
              <a:t>‹#›</a:t>
            </a:fld>
            <a:endParaRPr lang="en-US" dirty="0"/>
          </a:p>
        </p:txBody>
      </p:sp>
    </p:spTree>
    <p:extLst>
      <p:ext uri="{BB962C8B-B14F-4D97-AF65-F5344CB8AC3E}">
        <p14:creationId xmlns:p14="http://schemas.microsoft.com/office/powerpoint/2010/main" val="32772451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Picture">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B6B956C-A124-5A7C-EBD4-CBB618B9BC1D}"/>
              </a:ext>
            </a:extLst>
          </p:cNvPr>
          <p:cNvSpPr>
            <a:spLocks noGrp="1"/>
          </p:cNvSpPr>
          <p:nvPr>
            <p:ph type="title" hasCustomPrompt="1"/>
          </p:nvPr>
        </p:nvSpPr>
        <p:spPr>
          <a:xfrm>
            <a:off x="1353827" y="1278294"/>
            <a:ext cx="5000318" cy="4904141"/>
          </a:xfrm>
        </p:spPr>
        <p:txBody>
          <a:bodyPr anchor="b">
            <a:normAutofit/>
          </a:bodyPr>
          <a:lstStyle>
            <a:lvl1pPr>
              <a:defRPr sz="3600"/>
            </a:lvl1pPr>
          </a:lstStyle>
          <a:p>
            <a:r>
              <a:rPr lang="en-US" dirty="0"/>
              <a:t>Click to add title</a:t>
            </a:r>
          </a:p>
        </p:txBody>
      </p:sp>
      <p:sp>
        <p:nvSpPr>
          <p:cNvPr id="12" name="Picture Placeholder 11">
            <a:extLst>
              <a:ext uri="{FF2B5EF4-FFF2-40B4-BE49-F238E27FC236}">
                <a16:creationId xmlns:a16="http://schemas.microsoft.com/office/drawing/2014/main" id="{2B92702B-E14C-886C-445A-349265F37592}"/>
              </a:ext>
            </a:extLst>
          </p:cNvPr>
          <p:cNvSpPr>
            <a:spLocks noGrp="1"/>
          </p:cNvSpPr>
          <p:nvPr>
            <p:ph type="pic" sz="quarter" idx="13"/>
          </p:nvPr>
        </p:nvSpPr>
        <p:spPr>
          <a:xfrm>
            <a:off x="6642169" y="-1"/>
            <a:ext cx="4635426" cy="6857999"/>
          </a:xfrm>
        </p:spPr>
        <p:txBody>
          <a:bodyPr>
            <a:normAutofit/>
          </a:bodyPr>
          <a:lstStyle>
            <a:lvl1pPr marL="0" indent="0" algn="ctr">
              <a:buNone/>
              <a:defRPr sz="2000"/>
            </a:lvl1pPr>
          </a:lstStyle>
          <a:p>
            <a:r>
              <a:rPr lang="en-US"/>
              <a:t>Click icon to add picture</a:t>
            </a:r>
            <a:endParaRPr lang="en-US" dirty="0"/>
          </a:p>
        </p:txBody>
      </p:sp>
      <p:sp>
        <p:nvSpPr>
          <p:cNvPr id="6" name="Rectangle 5">
            <a:extLst>
              <a:ext uri="{FF2B5EF4-FFF2-40B4-BE49-F238E27FC236}">
                <a16:creationId xmlns:a16="http://schemas.microsoft.com/office/drawing/2014/main" id="{49C76C37-CBD2-36CF-1413-53DD1CB4A545}"/>
              </a:ext>
              <a:ext uri="{C183D7F6-B498-43B3-948B-1728B52AA6E4}">
                <adec:decorative xmlns:adec="http://schemas.microsoft.com/office/drawing/2017/decorative" val="1"/>
              </a:ext>
            </a:extLst>
          </p:cNvPr>
          <p:cNvSpPr/>
          <p:nvPr userDrawn="1"/>
        </p:nvSpPr>
        <p:spPr>
          <a:xfrm>
            <a:off x="0" y="5943600"/>
            <a:ext cx="914400" cy="9144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10D1AAD-E663-5B8E-CE72-64C1DBF19CE0}"/>
              </a:ext>
              <a:ext uri="{C183D7F6-B498-43B3-948B-1728B52AA6E4}">
                <adec:decorative xmlns:adec="http://schemas.microsoft.com/office/drawing/2017/decorative" val="1"/>
              </a:ext>
            </a:extLst>
          </p:cNvPr>
          <p:cNvSpPr/>
          <p:nvPr userDrawn="1"/>
        </p:nvSpPr>
        <p:spPr>
          <a:xfrm>
            <a:off x="11277600" y="0"/>
            <a:ext cx="914400" cy="9144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8" name="Straight Connector 7">
            <a:extLst>
              <a:ext uri="{FF2B5EF4-FFF2-40B4-BE49-F238E27FC236}">
                <a16:creationId xmlns:a16="http://schemas.microsoft.com/office/drawing/2014/main" id="{EC250190-89C1-EAA3-6C2A-15A60C6754F5}"/>
              </a:ext>
              <a:ext uri="{C183D7F6-B498-43B3-948B-1728B52AA6E4}">
                <adec:decorative xmlns:adec="http://schemas.microsoft.com/office/drawing/2017/decorative" val="1"/>
              </a:ext>
            </a:extLst>
          </p:cNvPr>
          <p:cNvCxnSpPr>
            <a:cxnSpLocks/>
          </p:cNvCxnSpPr>
          <p:nvPr userDrawn="1"/>
        </p:nvCxnSpPr>
        <p:spPr>
          <a:xfrm>
            <a:off x="896628" y="0"/>
            <a:ext cx="0" cy="6858000"/>
          </a:xfrm>
          <a:prstGeom prst="line">
            <a:avLst/>
          </a:prstGeom>
          <a:ln w="1905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90299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Subtitle">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B6B956C-A124-5A7C-EBD4-CBB618B9BC1D}"/>
              </a:ext>
            </a:extLst>
          </p:cNvPr>
          <p:cNvSpPr>
            <a:spLocks noGrp="1"/>
          </p:cNvSpPr>
          <p:nvPr>
            <p:ph type="title" hasCustomPrompt="1"/>
          </p:nvPr>
        </p:nvSpPr>
        <p:spPr>
          <a:xfrm>
            <a:off x="1353827" y="3508311"/>
            <a:ext cx="9923770" cy="1438762"/>
          </a:xfrm>
        </p:spPr>
        <p:txBody>
          <a:bodyPr anchor="b">
            <a:normAutofit/>
          </a:bodyPr>
          <a:lstStyle>
            <a:lvl1pPr>
              <a:defRPr sz="3600"/>
            </a:lvl1pPr>
          </a:lstStyle>
          <a:p>
            <a:r>
              <a:rPr lang="en-US" dirty="0"/>
              <a:t>Click to add title</a:t>
            </a:r>
          </a:p>
        </p:txBody>
      </p:sp>
      <p:sp>
        <p:nvSpPr>
          <p:cNvPr id="12" name="Picture Placeholder 11">
            <a:extLst>
              <a:ext uri="{FF2B5EF4-FFF2-40B4-BE49-F238E27FC236}">
                <a16:creationId xmlns:a16="http://schemas.microsoft.com/office/drawing/2014/main" id="{2B92702B-E14C-886C-445A-349265F37592}"/>
              </a:ext>
            </a:extLst>
          </p:cNvPr>
          <p:cNvSpPr>
            <a:spLocks noGrp="1"/>
          </p:cNvSpPr>
          <p:nvPr>
            <p:ph type="pic" sz="quarter" idx="13"/>
          </p:nvPr>
        </p:nvSpPr>
        <p:spPr>
          <a:xfrm>
            <a:off x="915600" y="0"/>
            <a:ext cx="10361995" cy="3429000"/>
          </a:xfrm>
        </p:spPr>
        <p:txBody>
          <a:bodyPr>
            <a:normAutofit/>
          </a:bodyPr>
          <a:lstStyle>
            <a:lvl1pPr marL="0" indent="0" algn="ctr">
              <a:buNone/>
              <a:defRPr sz="2000"/>
            </a:lvl1pPr>
          </a:lstStyle>
          <a:p>
            <a:r>
              <a:rPr lang="en-US"/>
              <a:t>Click icon to add picture</a:t>
            </a:r>
            <a:endParaRPr lang="en-US" dirty="0"/>
          </a:p>
        </p:txBody>
      </p:sp>
      <p:sp>
        <p:nvSpPr>
          <p:cNvPr id="6" name="Rectangle 5">
            <a:extLst>
              <a:ext uri="{FF2B5EF4-FFF2-40B4-BE49-F238E27FC236}">
                <a16:creationId xmlns:a16="http://schemas.microsoft.com/office/drawing/2014/main" id="{49C76C37-CBD2-36CF-1413-53DD1CB4A545}"/>
              </a:ext>
              <a:ext uri="{C183D7F6-B498-43B3-948B-1728B52AA6E4}">
                <adec:decorative xmlns:adec="http://schemas.microsoft.com/office/drawing/2017/decorative" val="1"/>
              </a:ext>
            </a:extLst>
          </p:cNvPr>
          <p:cNvSpPr/>
          <p:nvPr userDrawn="1"/>
        </p:nvSpPr>
        <p:spPr>
          <a:xfrm>
            <a:off x="0" y="5943600"/>
            <a:ext cx="914400" cy="9144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10D1AAD-E663-5B8E-CE72-64C1DBF19CE0}"/>
              </a:ext>
              <a:ext uri="{C183D7F6-B498-43B3-948B-1728B52AA6E4}">
                <adec:decorative xmlns:adec="http://schemas.microsoft.com/office/drawing/2017/decorative" val="1"/>
              </a:ext>
            </a:extLst>
          </p:cNvPr>
          <p:cNvSpPr/>
          <p:nvPr userDrawn="1"/>
        </p:nvSpPr>
        <p:spPr>
          <a:xfrm>
            <a:off x="11277600" y="0"/>
            <a:ext cx="914400" cy="9144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8" name="Straight Connector 7">
            <a:extLst>
              <a:ext uri="{FF2B5EF4-FFF2-40B4-BE49-F238E27FC236}">
                <a16:creationId xmlns:a16="http://schemas.microsoft.com/office/drawing/2014/main" id="{EC250190-89C1-EAA3-6C2A-15A60C6754F5}"/>
              </a:ext>
              <a:ext uri="{C183D7F6-B498-43B3-948B-1728B52AA6E4}">
                <adec:decorative xmlns:adec="http://schemas.microsoft.com/office/drawing/2017/decorative" val="1"/>
              </a:ext>
            </a:extLst>
          </p:cNvPr>
          <p:cNvCxnSpPr>
            <a:cxnSpLocks/>
          </p:cNvCxnSpPr>
          <p:nvPr userDrawn="1"/>
        </p:nvCxnSpPr>
        <p:spPr>
          <a:xfrm>
            <a:off x="896628" y="0"/>
            <a:ext cx="0" cy="6858000"/>
          </a:xfrm>
          <a:prstGeom prst="line">
            <a:avLst/>
          </a:prstGeom>
          <a:ln w="1905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sp>
        <p:nvSpPr>
          <p:cNvPr id="10" name="Text Placeholder 12">
            <a:extLst>
              <a:ext uri="{FF2B5EF4-FFF2-40B4-BE49-F238E27FC236}">
                <a16:creationId xmlns:a16="http://schemas.microsoft.com/office/drawing/2014/main" id="{D179113D-0374-3934-841E-56AD5AFCF977}"/>
              </a:ext>
            </a:extLst>
          </p:cNvPr>
          <p:cNvSpPr>
            <a:spLocks noGrp="1"/>
          </p:cNvSpPr>
          <p:nvPr>
            <p:ph type="body" sz="quarter" idx="12" hasCustomPrompt="1"/>
          </p:nvPr>
        </p:nvSpPr>
        <p:spPr>
          <a:xfrm>
            <a:off x="1353828" y="5228488"/>
            <a:ext cx="9923770" cy="1368256"/>
          </a:xfrm>
          <a:prstGeom prst="rect">
            <a:avLst/>
          </a:prstGeom>
        </p:spPr>
        <p:txBody>
          <a:bodyPr anchor="t">
            <a:normAutofit/>
          </a:bodyPr>
          <a:lstStyle>
            <a:lvl1pPr marL="0" indent="0" algn="l">
              <a:lnSpc>
                <a:spcPct val="80000"/>
              </a:lnSpc>
              <a:spcBef>
                <a:spcPts val="0"/>
              </a:spcBef>
              <a:buNone/>
              <a:defRPr sz="2000" spc="0" baseline="0">
                <a:solidFill>
                  <a:schemeClr val="tx1"/>
                </a:solidFill>
                <a:latin typeface="+mn-lt"/>
              </a:defRPr>
            </a:lvl1pPr>
          </a:lstStyle>
          <a:p>
            <a:pPr lvl="0"/>
            <a:r>
              <a:rPr lang="en-US" dirty="0"/>
              <a:t>Click to add subtitle</a:t>
            </a:r>
          </a:p>
        </p:txBody>
      </p:sp>
    </p:spTree>
    <p:extLst>
      <p:ext uri="{BB962C8B-B14F-4D97-AF65-F5344CB8AC3E}">
        <p14:creationId xmlns:p14="http://schemas.microsoft.com/office/powerpoint/2010/main" val="32272241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5B3424C-4925-A7F7-02CD-84526B2E22EF}"/>
              </a:ext>
            </a:extLst>
          </p:cNvPr>
          <p:cNvSpPr>
            <a:spLocks noGrp="1"/>
          </p:cNvSpPr>
          <p:nvPr>
            <p:ph type="title" hasCustomPrompt="1"/>
          </p:nvPr>
        </p:nvSpPr>
        <p:spPr>
          <a:xfrm>
            <a:off x="1468815" y="503852"/>
            <a:ext cx="9150675" cy="1427585"/>
          </a:xfrm>
        </p:spPr>
        <p:txBody>
          <a:bodyPr lIns="0">
            <a:normAutofit/>
          </a:bodyPr>
          <a:lstStyle>
            <a:lvl1pPr>
              <a:defRPr sz="3600"/>
            </a:lvl1pPr>
          </a:lstStyle>
          <a:p>
            <a:r>
              <a:rPr lang="en-US" dirty="0"/>
              <a:t>Click to add title</a:t>
            </a:r>
          </a:p>
        </p:txBody>
      </p:sp>
      <p:sp>
        <p:nvSpPr>
          <p:cNvPr id="2" name="Content Placeholder 7">
            <a:extLst>
              <a:ext uri="{FF2B5EF4-FFF2-40B4-BE49-F238E27FC236}">
                <a16:creationId xmlns:a16="http://schemas.microsoft.com/office/drawing/2014/main" id="{AEA3C42D-C3E7-4F13-63E2-96D7A3B21113}"/>
              </a:ext>
            </a:extLst>
          </p:cNvPr>
          <p:cNvSpPr>
            <a:spLocks noGrp="1"/>
          </p:cNvSpPr>
          <p:nvPr>
            <p:ph sz="quarter" idx="12" hasCustomPrompt="1"/>
          </p:nvPr>
        </p:nvSpPr>
        <p:spPr>
          <a:xfrm>
            <a:off x="1450153" y="2108722"/>
            <a:ext cx="8552264" cy="4119463"/>
          </a:xfrm>
        </p:spPr>
        <p:txBody>
          <a:bodyPr lIns="0" tIns="0" rIns="0" bIns="0">
            <a:normAutofit/>
          </a:bodyPr>
          <a:lstStyle>
            <a:lvl1pPr marL="228600" indent="-228600">
              <a:lnSpc>
                <a:spcPct val="100000"/>
              </a:lnSpc>
              <a:spcBef>
                <a:spcPts val="0"/>
              </a:spcBef>
              <a:spcAft>
                <a:spcPts val="1200"/>
              </a:spcAft>
              <a:buFont typeface="Arial" panose="020B0604020202020204" pitchFamily="34" charset="0"/>
              <a:buChar char="•"/>
              <a:defRPr sz="2000"/>
            </a:lvl1pPr>
            <a:lvl2pPr marL="685800" indent="-228600">
              <a:lnSpc>
                <a:spcPct val="100000"/>
              </a:lnSpc>
              <a:spcBef>
                <a:spcPts val="0"/>
              </a:spcBef>
              <a:spcAft>
                <a:spcPts val="1200"/>
              </a:spcAft>
              <a:buFont typeface="Arial" panose="020B0604020202020204" pitchFamily="34" charset="0"/>
              <a:buChar char="•"/>
              <a:defRPr sz="2000"/>
            </a:lvl2pPr>
            <a:lvl3pPr marL="1143000" indent="-228600">
              <a:spcBef>
                <a:spcPts val="0"/>
              </a:spcBef>
              <a:spcAft>
                <a:spcPts val="1200"/>
              </a:spcAft>
              <a:buFont typeface="Arial" panose="020B0604020202020204" pitchFamily="34" charset="0"/>
              <a:buChar char="•"/>
              <a:defRPr sz="2000"/>
            </a:lvl3pPr>
            <a:lvl4pPr marL="1600200" indent="-228600">
              <a:spcBef>
                <a:spcPts val="0"/>
              </a:spcBef>
              <a:spcAft>
                <a:spcPts val="1200"/>
              </a:spcAft>
              <a:buFont typeface="Arial" panose="020B0604020202020204" pitchFamily="34" charset="0"/>
              <a:buChar char="•"/>
              <a:defRPr sz="2000"/>
            </a:lvl4pPr>
            <a:lvl5pPr marL="2057400" indent="-228600">
              <a:spcBef>
                <a:spcPts val="0"/>
              </a:spcBef>
              <a:spcAft>
                <a:spcPts val="1200"/>
              </a:spcAft>
              <a:buFont typeface="Arial" panose="020B0604020202020204" pitchFamily="34" charset="0"/>
              <a:buChar char="•"/>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45FE61D9-DA99-9DA5-5DD2-C4118066CA63}"/>
              </a:ext>
              <a:ext uri="{C183D7F6-B498-43B3-948B-1728B52AA6E4}">
                <adec:decorative xmlns:adec="http://schemas.microsoft.com/office/drawing/2017/decorative" val="1"/>
              </a:ext>
            </a:extLst>
          </p:cNvPr>
          <p:cNvCxnSpPr>
            <a:cxnSpLocks/>
          </p:cNvCxnSpPr>
          <p:nvPr userDrawn="1"/>
        </p:nvCxnSpPr>
        <p:spPr>
          <a:xfrm>
            <a:off x="896628" y="0"/>
            <a:ext cx="0" cy="5943600"/>
          </a:xfrm>
          <a:prstGeom prst="line">
            <a:avLst/>
          </a:prstGeom>
          <a:ln w="1905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CE64603E-965E-E3BF-203B-F4D99428203D}"/>
              </a:ext>
              <a:ext uri="{C183D7F6-B498-43B3-948B-1728B52AA6E4}">
                <adec:decorative xmlns:adec="http://schemas.microsoft.com/office/drawing/2017/decorative" val="1"/>
              </a:ext>
            </a:extLst>
          </p:cNvPr>
          <p:cNvSpPr/>
          <p:nvPr userDrawn="1"/>
        </p:nvSpPr>
        <p:spPr>
          <a:xfrm>
            <a:off x="11277600" y="0"/>
            <a:ext cx="914400" cy="9144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Slide Number Placeholder 5">
            <a:extLst>
              <a:ext uri="{FF2B5EF4-FFF2-40B4-BE49-F238E27FC236}">
                <a16:creationId xmlns:a16="http://schemas.microsoft.com/office/drawing/2014/main" id="{5DABAFC1-3E76-DCE6-3A6D-E0020C5BE864}"/>
              </a:ext>
            </a:extLst>
          </p:cNvPr>
          <p:cNvSpPr>
            <a:spLocks noGrp="1"/>
          </p:cNvSpPr>
          <p:nvPr>
            <p:ph type="sldNum" sz="quarter" idx="15"/>
          </p:nvPr>
        </p:nvSpPr>
        <p:spPr>
          <a:xfrm>
            <a:off x="412136" y="5943601"/>
            <a:ext cx="968983" cy="651912"/>
          </a:xfrm>
        </p:spPr>
        <p:txBody>
          <a:bodyPr/>
          <a:lstStyle/>
          <a:p>
            <a:fld id="{18D65601-5AE2-46FC-B138-694DDD2B510D}" type="slidenum">
              <a:rPr lang="en-US" smtClean="0"/>
              <a:pPr/>
              <a:t>‹#›</a:t>
            </a:fld>
            <a:endParaRPr lang="en-US" dirty="0"/>
          </a:p>
        </p:txBody>
      </p:sp>
    </p:spTree>
    <p:extLst>
      <p:ext uri="{BB962C8B-B14F-4D97-AF65-F5344CB8AC3E}">
        <p14:creationId xmlns:p14="http://schemas.microsoft.com/office/powerpoint/2010/main" val="13735965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Title">
    <p:bg>
      <p:bgPr>
        <a:solidFill>
          <a:schemeClr val="accent6"/>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07175C5-CB2F-2BAC-3704-54DCD1BF043F}"/>
              </a:ext>
            </a:extLst>
          </p:cNvPr>
          <p:cNvSpPr>
            <a:spLocks noGrp="1"/>
          </p:cNvSpPr>
          <p:nvPr>
            <p:ph type="title" hasCustomPrompt="1"/>
          </p:nvPr>
        </p:nvSpPr>
        <p:spPr>
          <a:xfrm>
            <a:off x="1038031" y="1068169"/>
            <a:ext cx="10115939" cy="2681549"/>
          </a:xfrm>
        </p:spPr>
        <p:txBody>
          <a:bodyPr anchor="b"/>
          <a:lstStyle>
            <a:lvl1pPr algn="ctr">
              <a:defRPr>
                <a:solidFill>
                  <a:schemeClr val="bg1"/>
                </a:solidFill>
              </a:defRPr>
            </a:lvl1pPr>
          </a:lstStyle>
          <a:p>
            <a:r>
              <a:rPr lang="en-US" dirty="0"/>
              <a:t>Click to add title</a:t>
            </a:r>
          </a:p>
        </p:txBody>
      </p:sp>
      <p:sp>
        <p:nvSpPr>
          <p:cNvPr id="5" name="Rectangle 4">
            <a:extLst>
              <a:ext uri="{FF2B5EF4-FFF2-40B4-BE49-F238E27FC236}">
                <a16:creationId xmlns:a16="http://schemas.microsoft.com/office/drawing/2014/main" id="{3901905E-33E7-852F-94E3-8E100B3D1E4A}"/>
              </a:ext>
              <a:ext uri="{C183D7F6-B498-43B3-948B-1728B52AA6E4}">
                <adec:decorative xmlns:adec="http://schemas.microsoft.com/office/drawing/2017/decorative" val="1"/>
              </a:ext>
            </a:extLst>
          </p:cNvPr>
          <p:cNvSpPr/>
          <p:nvPr userDrawn="1"/>
        </p:nvSpPr>
        <p:spPr>
          <a:xfrm>
            <a:off x="914400" y="914400"/>
            <a:ext cx="10363200" cy="5029200"/>
          </a:xfrm>
          <a:prstGeom prst="rect">
            <a:avLst/>
          </a:prstGeom>
          <a:no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Rectangle 5">
            <a:extLst>
              <a:ext uri="{FF2B5EF4-FFF2-40B4-BE49-F238E27FC236}">
                <a16:creationId xmlns:a16="http://schemas.microsoft.com/office/drawing/2014/main" id="{1B7799F7-CBB1-9649-7D06-F7EEFD4F0183}"/>
              </a:ext>
              <a:ext uri="{C183D7F6-B498-43B3-948B-1728B52AA6E4}">
                <adec:decorative xmlns:adec="http://schemas.microsoft.com/office/drawing/2017/decorative" val="1"/>
              </a:ext>
            </a:extLst>
          </p:cNvPr>
          <p:cNvSpPr/>
          <p:nvPr userDrawn="1"/>
        </p:nvSpPr>
        <p:spPr>
          <a:xfrm>
            <a:off x="0" y="5943600"/>
            <a:ext cx="914400" cy="91440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6">
            <a:extLst>
              <a:ext uri="{FF2B5EF4-FFF2-40B4-BE49-F238E27FC236}">
                <a16:creationId xmlns:a16="http://schemas.microsoft.com/office/drawing/2014/main" id="{B1AFC5CA-DB29-4B8C-C004-72E4EC761C3B}"/>
              </a:ext>
              <a:ext uri="{C183D7F6-B498-43B3-948B-1728B52AA6E4}">
                <adec:decorative xmlns:adec="http://schemas.microsoft.com/office/drawing/2017/decorative" val="1"/>
              </a:ext>
            </a:extLst>
          </p:cNvPr>
          <p:cNvSpPr/>
          <p:nvPr userDrawn="1"/>
        </p:nvSpPr>
        <p:spPr>
          <a:xfrm>
            <a:off x="11277600" y="0"/>
            <a:ext cx="914400" cy="91440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ext Placeholder 12">
            <a:extLst>
              <a:ext uri="{FF2B5EF4-FFF2-40B4-BE49-F238E27FC236}">
                <a16:creationId xmlns:a16="http://schemas.microsoft.com/office/drawing/2014/main" id="{E3CB2D2A-7172-87CE-D493-DAF52D62EBFC}"/>
              </a:ext>
            </a:extLst>
          </p:cNvPr>
          <p:cNvSpPr>
            <a:spLocks noGrp="1"/>
          </p:cNvSpPr>
          <p:nvPr>
            <p:ph type="body" sz="quarter" idx="12" hasCustomPrompt="1"/>
          </p:nvPr>
        </p:nvSpPr>
        <p:spPr>
          <a:xfrm>
            <a:off x="1038031" y="4027047"/>
            <a:ext cx="10115939" cy="1762783"/>
          </a:xfrm>
          <a:prstGeom prst="rect">
            <a:avLst/>
          </a:prstGeom>
        </p:spPr>
        <p:txBody>
          <a:bodyPr anchor="t">
            <a:normAutofit/>
          </a:bodyPr>
          <a:lstStyle>
            <a:lvl1pPr marL="0" indent="0" algn="ctr">
              <a:lnSpc>
                <a:spcPct val="80000"/>
              </a:lnSpc>
              <a:spcBef>
                <a:spcPts val="0"/>
              </a:spcBef>
              <a:buNone/>
              <a:defRPr sz="2000" spc="0" baseline="0">
                <a:solidFill>
                  <a:schemeClr val="bg1"/>
                </a:solidFill>
                <a:latin typeface="+mn-lt"/>
              </a:defRPr>
            </a:lvl1pPr>
          </a:lstStyle>
          <a:p>
            <a:pPr lvl="0"/>
            <a:r>
              <a:rPr lang="en-US" dirty="0"/>
              <a:t>Click to add subtitle</a:t>
            </a:r>
          </a:p>
        </p:txBody>
      </p:sp>
    </p:spTree>
    <p:extLst>
      <p:ext uri="{BB962C8B-B14F-4D97-AF65-F5344CB8AC3E}">
        <p14:creationId xmlns:p14="http://schemas.microsoft.com/office/powerpoint/2010/main" val="20695361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2 Content ">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5B3424C-4925-A7F7-02CD-84526B2E22EF}"/>
              </a:ext>
            </a:extLst>
          </p:cNvPr>
          <p:cNvSpPr>
            <a:spLocks noGrp="1"/>
          </p:cNvSpPr>
          <p:nvPr>
            <p:ph type="title" hasCustomPrompt="1"/>
          </p:nvPr>
        </p:nvSpPr>
        <p:spPr>
          <a:xfrm>
            <a:off x="1468814" y="503852"/>
            <a:ext cx="9808773" cy="1427585"/>
          </a:xfrm>
        </p:spPr>
        <p:txBody>
          <a:bodyPr lIns="0">
            <a:normAutofit/>
          </a:bodyPr>
          <a:lstStyle>
            <a:lvl1pPr>
              <a:defRPr sz="3600"/>
            </a:lvl1pPr>
          </a:lstStyle>
          <a:p>
            <a:r>
              <a:rPr lang="en-US" dirty="0"/>
              <a:t>Click to add title</a:t>
            </a:r>
          </a:p>
        </p:txBody>
      </p:sp>
      <p:sp>
        <p:nvSpPr>
          <p:cNvPr id="2" name="Content Placeholder 7">
            <a:extLst>
              <a:ext uri="{FF2B5EF4-FFF2-40B4-BE49-F238E27FC236}">
                <a16:creationId xmlns:a16="http://schemas.microsoft.com/office/drawing/2014/main" id="{AEA3C42D-C3E7-4F13-63E2-96D7A3B21113}"/>
              </a:ext>
            </a:extLst>
          </p:cNvPr>
          <p:cNvSpPr>
            <a:spLocks noGrp="1"/>
          </p:cNvSpPr>
          <p:nvPr>
            <p:ph sz="quarter" idx="12" hasCustomPrompt="1"/>
          </p:nvPr>
        </p:nvSpPr>
        <p:spPr>
          <a:xfrm>
            <a:off x="1468814" y="2057401"/>
            <a:ext cx="4627186" cy="4119463"/>
          </a:xfrm>
        </p:spPr>
        <p:txBody>
          <a:bodyPr lIns="0">
            <a:normAutofit/>
          </a:bodyPr>
          <a:lstStyle>
            <a:lvl1pPr marL="0" indent="0">
              <a:lnSpc>
                <a:spcPct val="100000"/>
              </a:lnSpc>
              <a:spcBef>
                <a:spcPts val="1000"/>
              </a:spcBef>
              <a:spcAft>
                <a:spcPts val="1200"/>
              </a:spcAft>
              <a:buNone/>
              <a:defRPr sz="2000"/>
            </a:lvl1pPr>
            <a:lvl2pPr marL="228600" indent="-228600">
              <a:lnSpc>
                <a:spcPct val="100000"/>
              </a:lnSpc>
              <a:spcBef>
                <a:spcPts val="0"/>
              </a:spcBef>
              <a:spcAft>
                <a:spcPts val="1200"/>
              </a:spcAft>
              <a:buFont typeface="Arial" panose="020B0604020202020204" pitchFamily="34" charset="0"/>
              <a:buChar char="•"/>
              <a:defRPr sz="2000"/>
            </a:lvl2pPr>
            <a:lvl3pPr marL="685800" indent="-228600">
              <a:spcBef>
                <a:spcPts val="1000"/>
              </a:spcBef>
              <a:spcAft>
                <a:spcPts val="1200"/>
              </a:spcAft>
              <a:buFont typeface="Arial" panose="020B0604020202020204" pitchFamily="34" charset="0"/>
              <a:buChar char="•"/>
              <a:defRPr sz="2000"/>
            </a:lvl3pPr>
            <a:lvl4pPr marL="1143000" indent="-228600">
              <a:spcBef>
                <a:spcPts val="1000"/>
              </a:spcBef>
              <a:spcAft>
                <a:spcPts val="1200"/>
              </a:spcAft>
              <a:buFont typeface="Arial" panose="020B0604020202020204" pitchFamily="34" charset="0"/>
              <a:buChar char="•"/>
              <a:defRPr sz="2000"/>
            </a:lvl4pPr>
            <a:lvl5pPr marL="1600200" indent="-228600">
              <a:spcBef>
                <a:spcPts val="1000"/>
              </a:spcBef>
              <a:spcAft>
                <a:spcPts val="1200"/>
              </a:spcAft>
              <a:buFont typeface="Arial" panose="020B0604020202020204" pitchFamily="34" charset="0"/>
              <a:buChar char="•"/>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7">
            <a:extLst>
              <a:ext uri="{FF2B5EF4-FFF2-40B4-BE49-F238E27FC236}">
                <a16:creationId xmlns:a16="http://schemas.microsoft.com/office/drawing/2014/main" id="{617CE1C3-9892-2E23-986F-80ABB41823D6}"/>
              </a:ext>
            </a:extLst>
          </p:cNvPr>
          <p:cNvSpPr>
            <a:spLocks noGrp="1"/>
          </p:cNvSpPr>
          <p:nvPr>
            <p:ph sz="quarter" idx="11" hasCustomPrompt="1"/>
          </p:nvPr>
        </p:nvSpPr>
        <p:spPr>
          <a:xfrm>
            <a:off x="6668185" y="2057401"/>
            <a:ext cx="4609399" cy="4119463"/>
          </a:xfrm>
        </p:spPr>
        <p:txBody>
          <a:bodyPr lIns="0">
            <a:normAutofit/>
          </a:bodyPr>
          <a:lstStyle>
            <a:lvl1pPr marL="0" indent="0">
              <a:lnSpc>
                <a:spcPct val="100000"/>
              </a:lnSpc>
              <a:spcBef>
                <a:spcPts val="1000"/>
              </a:spcBef>
              <a:spcAft>
                <a:spcPts val="1200"/>
              </a:spcAft>
              <a:buNone/>
              <a:defRPr sz="2000"/>
            </a:lvl1pPr>
            <a:lvl2pPr marL="228600" indent="-228600">
              <a:lnSpc>
                <a:spcPct val="100000"/>
              </a:lnSpc>
              <a:spcBef>
                <a:spcPts val="1000"/>
              </a:spcBef>
              <a:spcAft>
                <a:spcPts val="1200"/>
              </a:spcAft>
              <a:buFont typeface="Arial" panose="020B0604020202020204" pitchFamily="34" charset="0"/>
              <a:buChar char="•"/>
              <a:defRPr sz="2000"/>
            </a:lvl2pPr>
            <a:lvl3pPr marL="685800" indent="-228600">
              <a:spcBef>
                <a:spcPts val="1000"/>
              </a:spcBef>
              <a:spcAft>
                <a:spcPts val="1200"/>
              </a:spcAft>
              <a:buFont typeface="Arial" panose="020B0604020202020204" pitchFamily="34" charset="0"/>
              <a:buChar char="•"/>
              <a:defRPr sz="2000"/>
            </a:lvl3pPr>
            <a:lvl4pPr marL="1143000" indent="-228600">
              <a:spcBef>
                <a:spcPts val="1000"/>
              </a:spcBef>
              <a:spcAft>
                <a:spcPts val="1200"/>
              </a:spcAft>
              <a:buFont typeface="Arial" panose="020B0604020202020204" pitchFamily="34" charset="0"/>
              <a:buChar char="•"/>
              <a:defRPr sz="2000"/>
            </a:lvl4pPr>
            <a:lvl5pPr marL="1600200" indent="-228600">
              <a:spcBef>
                <a:spcPts val="1000"/>
              </a:spcBef>
              <a:spcAft>
                <a:spcPts val="1200"/>
              </a:spcAft>
              <a:buFont typeface="Arial" panose="020B0604020202020204" pitchFamily="34" charset="0"/>
              <a:buChar char="•"/>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Rectangle 4">
            <a:extLst>
              <a:ext uri="{FF2B5EF4-FFF2-40B4-BE49-F238E27FC236}">
                <a16:creationId xmlns:a16="http://schemas.microsoft.com/office/drawing/2014/main" id="{94389812-0415-9025-AB21-4503F7DF3AB5}"/>
              </a:ext>
              <a:ext uri="{C183D7F6-B498-43B3-948B-1728B52AA6E4}">
                <adec:decorative xmlns:adec="http://schemas.microsoft.com/office/drawing/2017/decorative" val="1"/>
              </a:ext>
            </a:extLst>
          </p:cNvPr>
          <p:cNvSpPr/>
          <p:nvPr userDrawn="1"/>
        </p:nvSpPr>
        <p:spPr>
          <a:xfrm>
            <a:off x="11277600" y="0"/>
            <a:ext cx="914400" cy="91440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 name="Straight Connector 5">
            <a:extLst>
              <a:ext uri="{FF2B5EF4-FFF2-40B4-BE49-F238E27FC236}">
                <a16:creationId xmlns:a16="http://schemas.microsoft.com/office/drawing/2014/main" id="{6459A5A0-86AD-344B-A0E4-6C55958151EE}"/>
              </a:ext>
              <a:ext uri="{C183D7F6-B498-43B3-948B-1728B52AA6E4}">
                <adec:decorative xmlns:adec="http://schemas.microsoft.com/office/drawing/2017/decorative" val="1"/>
              </a:ext>
            </a:extLst>
          </p:cNvPr>
          <p:cNvCxnSpPr>
            <a:cxnSpLocks/>
          </p:cNvCxnSpPr>
          <p:nvPr userDrawn="1"/>
        </p:nvCxnSpPr>
        <p:spPr>
          <a:xfrm>
            <a:off x="896628" y="0"/>
            <a:ext cx="0" cy="5943600"/>
          </a:xfrm>
          <a:prstGeom prst="line">
            <a:avLst/>
          </a:prstGeom>
          <a:ln w="1905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3" name="Slide Number Placeholder 5">
            <a:extLst>
              <a:ext uri="{FF2B5EF4-FFF2-40B4-BE49-F238E27FC236}">
                <a16:creationId xmlns:a16="http://schemas.microsoft.com/office/drawing/2014/main" id="{1D40DF0B-6602-19D4-3110-4659C28780D5}"/>
              </a:ext>
            </a:extLst>
          </p:cNvPr>
          <p:cNvSpPr>
            <a:spLocks noGrp="1"/>
          </p:cNvSpPr>
          <p:nvPr>
            <p:ph type="sldNum" sz="quarter" idx="15"/>
          </p:nvPr>
        </p:nvSpPr>
        <p:spPr>
          <a:xfrm>
            <a:off x="412136" y="5943601"/>
            <a:ext cx="968983" cy="651912"/>
          </a:xfrm>
        </p:spPr>
        <p:txBody>
          <a:bodyPr/>
          <a:lstStyle/>
          <a:p>
            <a:fld id="{18D65601-5AE2-46FC-B138-694DDD2B510D}" type="slidenum">
              <a:rPr lang="en-US" smtClean="0"/>
              <a:pPr/>
              <a:t>‹#›</a:t>
            </a:fld>
            <a:endParaRPr lang="en-US" dirty="0"/>
          </a:p>
        </p:txBody>
      </p:sp>
    </p:spTree>
    <p:extLst>
      <p:ext uri="{BB962C8B-B14F-4D97-AF65-F5344CB8AC3E}">
        <p14:creationId xmlns:p14="http://schemas.microsoft.com/office/powerpoint/2010/main" val="25617208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2 Content 3">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5B3424C-4925-A7F7-02CD-84526B2E22EF}"/>
              </a:ext>
            </a:extLst>
          </p:cNvPr>
          <p:cNvSpPr>
            <a:spLocks noGrp="1"/>
          </p:cNvSpPr>
          <p:nvPr>
            <p:ph type="title" hasCustomPrompt="1"/>
          </p:nvPr>
        </p:nvSpPr>
        <p:spPr>
          <a:xfrm>
            <a:off x="1468814" y="503852"/>
            <a:ext cx="9808773" cy="1427585"/>
          </a:xfrm>
        </p:spPr>
        <p:txBody>
          <a:bodyPr lIns="0">
            <a:normAutofit/>
          </a:bodyPr>
          <a:lstStyle>
            <a:lvl1pPr>
              <a:defRPr sz="3600"/>
            </a:lvl1pPr>
          </a:lstStyle>
          <a:p>
            <a:r>
              <a:rPr lang="en-US" dirty="0"/>
              <a:t>Click to add title</a:t>
            </a:r>
          </a:p>
        </p:txBody>
      </p:sp>
      <p:sp>
        <p:nvSpPr>
          <p:cNvPr id="4" name="Content Placeholder 7">
            <a:extLst>
              <a:ext uri="{FF2B5EF4-FFF2-40B4-BE49-F238E27FC236}">
                <a16:creationId xmlns:a16="http://schemas.microsoft.com/office/drawing/2014/main" id="{C355854D-70C0-E6E1-2A0C-284D00A21AEC}"/>
              </a:ext>
            </a:extLst>
          </p:cNvPr>
          <p:cNvSpPr>
            <a:spLocks noGrp="1"/>
          </p:cNvSpPr>
          <p:nvPr>
            <p:ph sz="quarter" idx="12" hasCustomPrompt="1"/>
          </p:nvPr>
        </p:nvSpPr>
        <p:spPr>
          <a:xfrm>
            <a:off x="1468815" y="2057401"/>
            <a:ext cx="3068678" cy="4119463"/>
          </a:xfrm>
        </p:spPr>
        <p:txBody>
          <a:bodyPr lIns="0">
            <a:normAutofit/>
          </a:bodyPr>
          <a:lstStyle>
            <a:lvl1pPr marL="320040" indent="-320040">
              <a:lnSpc>
                <a:spcPct val="100000"/>
              </a:lnSpc>
              <a:spcBef>
                <a:spcPts val="0"/>
              </a:spcBef>
              <a:spcAft>
                <a:spcPts val="1200"/>
              </a:spcAft>
              <a:buFont typeface="+mj-lt"/>
              <a:buAutoNum type="arabicPeriod"/>
              <a:defRPr sz="2000"/>
            </a:lvl1pPr>
            <a:lvl2pPr marL="457200" indent="-320040">
              <a:lnSpc>
                <a:spcPct val="100000"/>
              </a:lnSpc>
              <a:spcBef>
                <a:spcPts val="1000"/>
              </a:spcBef>
              <a:spcAft>
                <a:spcPts val="1200"/>
              </a:spcAft>
              <a:buFont typeface="+mj-lt"/>
              <a:buAutoNum type="alphaLcPeriod"/>
              <a:defRPr sz="2000"/>
            </a:lvl2pPr>
            <a:lvl3pPr marL="914400" indent="-320040">
              <a:spcBef>
                <a:spcPts val="1000"/>
              </a:spcBef>
              <a:spcAft>
                <a:spcPts val="1200"/>
              </a:spcAft>
              <a:buFont typeface="+mj-lt"/>
              <a:buAutoNum type="arabicParenR"/>
              <a:defRPr sz="2000"/>
            </a:lvl3pPr>
            <a:lvl4pPr marL="1371600" indent="-320040">
              <a:spcBef>
                <a:spcPts val="1000"/>
              </a:spcBef>
              <a:spcAft>
                <a:spcPts val="1200"/>
              </a:spcAft>
              <a:buFont typeface="+mj-lt"/>
              <a:buAutoNum type="alphaLcParenR"/>
              <a:defRPr sz="2000"/>
            </a:lvl4pPr>
            <a:lvl5pPr marL="1828800" indent="-320040">
              <a:spcBef>
                <a:spcPts val="1000"/>
              </a:spcBef>
              <a:spcAft>
                <a:spcPts val="1200"/>
              </a:spcAft>
              <a:buFont typeface="+mj-lt"/>
              <a:buAutoNum type="romanLcPeriod"/>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7">
            <a:extLst>
              <a:ext uri="{FF2B5EF4-FFF2-40B4-BE49-F238E27FC236}">
                <a16:creationId xmlns:a16="http://schemas.microsoft.com/office/drawing/2014/main" id="{617CE1C3-9892-2E23-986F-80ABB41823D6}"/>
              </a:ext>
            </a:extLst>
          </p:cNvPr>
          <p:cNvSpPr>
            <a:spLocks noGrp="1"/>
          </p:cNvSpPr>
          <p:nvPr>
            <p:ph sz="quarter" idx="11" hasCustomPrompt="1"/>
          </p:nvPr>
        </p:nvSpPr>
        <p:spPr>
          <a:xfrm>
            <a:off x="5191727" y="2057401"/>
            <a:ext cx="6085857" cy="4119463"/>
          </a:xfrm>
        </p:spPr>
        <p:txBody>
          <a:bodyPr lIns="0">
            <a:normAutofit/>
          </a:bodyPr>
          <a:lstStyle>
            <a:lvl1pPr marL="0" indent="0">
              <a:lnSpc>
                <a:spcPct val="100000"/>
              </a:lnSpc>
              <a:spcBef>
                <a:spcPts val="1000"/>
              </a:spcBef>
              <a:spcAft>
                <a:spcPts val="1200"/>
              </a:spcAft>
              <a:buNone/>
              <a:defRPr sz="2000"/>
            </a:lvl1pPr>
            <a:lvl2pPr marL="228600" indent="-228600">
              <a:lnSpc>
                <a:spcPct val="100000"/>
              </a:lnSpc>
              <a:spcBef>
                <a:spcPts val="1000"/>
              </a:spcBef>
              <a:spcAft>
                <a:spcPts val="1200"/>
              </a:spcAft>
              <a:buFont typeface="Arial" panose="020B0604020202020204" pitchFamily="34" charset="0"/>
              <a:buChar char="•"/>
              <a:defRPr sz="2000"/>
            </a:lvl2pPr>
            <a:lvl3pPr marL="685800" indent="-228600">
              <a:spcBef>
                <a:spcPts val="1000"/>
              </a:spcBef>
              <a:spcAft>
                <a:spcPts val="1200"/>
              </a:spcAft>
              <a:buFont typeface="Arial" panose="020B0604020202020204" pitchFamily="34" charset="0"/>
              <a:buChar char="•"/>
              <a:defRPr sz="2000"/>
            </a:lvl3pPr>
            <a:lvl4pPr marL="1143000" indent="-228600">
              <a:spcBef>
                <a:spcPts val="1000"/>
              </a:spcBef>
              <a:spcAft>
                <a:spcPts val="1200"/>
              </a:spcAft>
              <a:buFont typeface="Arial" panose="020B0604020202020204" pitchFamily="34" charset="0"/>
              <a:buChar char="•"/>
              <a:defRPr sz="2000"/>
            </a:lvl4pPr>
            <a:lvl5pPr marL="1600200" indent="-228600">
              <a:spcBef>
                <a:spcPts val="1000"/>
              </a:spcBef>
              <a:spcAft>
                <a:spcPts val="1200"/>
              </a:spcAft>
              <a:buFont typeface="Arial" panose="020B0604020202020204" pitchFamily="34" charset="0"/>
              <a:buChar char="•"/>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Rectangle 4">
            <a:extLst>
              <a:ext uri="{FF2B5EF4-FFF2-40B4-BE49-F238E27FC236}">
                <a16:creationId xmlns:a16="http://schemas.microsoft.com/office/drawing/2014/main" id="{94389812-0415-9025-AB21-4503F7DF3AB5}"/>
              </a:ext>
              <a:ext uri="{C183D7F6-B498-43B3-948B-1728B52AA6E4}">
                <adec:decorative xmlns:adec="http://schemas.microsoft.com/office/drawing/2017/decorative" val="1"/>
              </a:ext>
            </a:extLst>
          </p:cNvPr>
          <p:cNvSpPr/>
          <p:nvPr userDrawn="1"/>
        </p:nvSpPr>
        <p:spPr>
          <a:xfrm>
            <a:off x="11277600" y="0"/>
            <a:ext cx="914400" cy="91440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 name="Straight Connector 5">
            <a:extLst>
              <a:ext uri="{FF2B5EF4-FFF2-40B4-BE49-F238E27FC236}">
                <a16:creationId xmlns:a16="http://schemas.microsoft.com/office/drawing/2014/main" id="{6459A5A0-86AD-344B-A0E4-6C55958151EE}"/>
              </a:ext>
              <a:ext uri="{C183D7F6-B498-43B3-948B-1728B52AA6E4}">
                <adec:decorative xmlns:adec="http://schemas.microsoft.com/office/drawing/2017/decorative" val="1"/>
              </a:ext>
            </a:extLst>
          </p:cNvPr>
          <p:cNvCxnSpPr>
            <a:cxnSpLocks/>
          </p:cNvCxnSpPr>
          <p:nvPr userDrawn="1"/>
        </p:nvCxnSpPr>
        <p:spPr>
          <a:xfrm>
            <a:off x="896628" y="0"/>
            <a:ext cx="0" cy="5943600"/>
          </a:xfrm>
          <a:prstGeom prst="line">
            <a:avLst/>
          </a:prstGeom>
          <a:ln w="1905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3" name="Slide Number Placeholder 5">
            <a:extLst>
              <a:ext uri="{FF2B5EF4-FFF2-40B4-BE49-F238E27FC236}">
                <a16:creationId xmlns:a16="http://schemas.microsoft.com/office/drawing/2014/main" id="{D7B331F9-6D4A-5020-969F-E961AF374E19}"/>
              </a:ext>
            </a:extLst>
          </p:cNvPr>
          <p:cNvSpPr>
            <a:spLocks noGrp="1"/>
          </p:cNvSpPr>
          <p:nvPr>
            <p:ph type="sldNum" sz="quarter" idx="15"/>
          </p:nvPr>
        </p:nvSpPr>
        <p:spPr>
          <a:xfrm>
            <a:off x="412136" y="5943601"/>
            <a:ext cx="968983" cy="651912"/>
          </a:xfrm>
        </p:spPr>
        <p:txBody>
          <a:bodyPr/>
          <a:lstStyle/>
          <a:p>
            <a:fld id="{18D65601-5AE2-46FC-B138-694DDD2B510D}" type="slidenum">
              <a:rPr lang="en-US" smtClean="0"/>
              <a:pPr/>
              <a:t>‹#›</a:t>
            </a:fld>
            <a:endParaRPr lang="en-US" dirty="0"/>
          </a:p>
        </p:txBody>
      </p:sp>
    </p:spTree>
    <p:extLst>
      <p:ext uri="{BB962C8B-B14F-4D97-AF65-F5344CB8AC3E}">
        <p14:creationId xmlns:p14="http://schemas.microsoft.com/office/powerpoint/2010/main" val="25142378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Picture and Content">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5B3424C-4925-A7F7-02CD-84526B2E22EF}"/>
              </a:ext>
            </a:extLst>
          </p:cNvPr>
          <p:cNvSpPr>
            <a:spLocks noGrp="1"/>
          </p:cNvSpPr>
          <p:nvPr>
            <p:ph type="title" hasCustomPrompt="1"/>
          </p:nvPr>
        </p:nvSpPr>
        <p:spPr>
          <a:xfrm>
            <a:off x="1468814" y="503852"/>
            <a:ext cx="9808773" cy="1427585"/>
          </a:xfrm>
        </p:spPr>
        <p:txBody>
          <a:bodyPr lIns="0">
            <a:normAutofit/>
          </a:bodyPr>
          <a:lstStyle>
            <a:lvl1pPr>
              <a:defRPr sz="3600"/>
            </a:lvl1pPr>
          </a:lstStyle>
          <a:p>
            <a:r>
              <a:rPr lang="en-US" dirty="0"/>
              <a:t>Click to add title</a:t>
            </a:r>
          </a:p>
        </p:txBody>
      </p:sp>
      <p:sp>
        <p:nvSpPr>
          <p:cNvPr id="8" name="Picture Placeholder 7">
            <a:extLst>
              <a:ext uri="{FF2B5EF4-FFF2-40B4-BE49-F238E27FC236}">
                <a16:creationId xmlns:a16="http://schemas.microsoft.com/office/drawing/2014/main" id="{357912CB-B8F8-1E65-094F-AD3220E6C79C}"/>
              </a:ext>
            </a:extLst>
          </p:cNvPr>
          <p:cNvSpPr>
            <a:spLocks noGrp="1"/>
          </p:cNvSpPr>
          <p:nvPr>
            <p:ph type="pic" sz="quarter" idx="12"/>
          </p:nvPr>
        </p:nvSpPr>
        <p:spPr>
          <a:xfrm>
            <a:off x="1503363" y="2061969"/>
            <a:ext cx="4592637" cy="4805362"/>
          </a:xfrm>
        </p:spPr>
        <p:txBody>
          <a:bodyPr>
            <a:normAutofit/>
          </a:bodyPr>
          <a:lstStyle>
            <a:lvl1pPr marL="0" indent="0" algn="ctr">
              <a:buNone/>
              <a:defRPr sz="2000"/>
            </a:lvl1pPr>
          </a:lstStyle>
          <a:p>
            <a:r>
              <a:rPr lang="en-US"/>
              <a:t>Click icon to add picture</a:t>
            </a:r>
            <a:endParaRPr lang="en-US" dirty="0"/>
          </a:p>
        </p:txBody>
      </p:sp>
      <p:sp>
        <p:nvSpPr>
          <p:cNvPr id="12" name="Content Placeholder 7">
            <a:extLst>
              <a:ext uri="{FF2B5EF4-FFF2-40B4-BE49-F238E27FC236}">
                <a16:creationId xmlns:a16="http://schemas.microsoft.com/office/drawing/2014/main" id="{617CE1C3-9892-2E23-986F-80ABB41823D6}"/>
              </a:ext>
            </a:extLst>
          </p:cNvPr>
          <p:cNvSpPr>
            <a:spLocks noGrp="1"/>
          </p:cNvSpPr>
          <p:nvPr>
            <p:ph sz="quarter" idx="11" hasCustomPrompt="1"/>
          </p:nvPr>
        </p:nvSpPr>
        <p:spPr>
          <a:xfrm>
            <a:off x="6787262" y="2052736"/>
            <a:ext cx="4490320" cy="4800598"/>
          </a:xfrm>
        </p:spPr>
        <p:txBody>
          <a:bodyPr lIns="0">
            <a:normAutofit/>
          </a:bodyPr>
          <a:lstStyle>
            <a:lvl1pPr marL="0" indent="0">
              <a:lnSpc>
                <a:spcPct val="100000"/>
              </a:lnSpc>
              <a:spcBef>
                <a:spcPts val="1000"/>
              </a:spcBef>
              <a:spcAft>
                <a:spcPts val="1200"/>
              </a:spcAft>
              <a:buNone/>
              <a:defRPr sz="2000"/>
            </a:lvl1pPr>
            <a:lvl2pPr marL="800100" indent="-342900">
              <a:lnSpc>
                <a:spcPct val="100000"/>
              </a:lnSpc>
              <a:spcBef>
                <a:spcPts val="1000"/>
              </a:spcBef>
              <a:spcAft>
                <a:spcPts val="1200"/>
              </a:spcAft>
              <a:buFont typeface="Arial" panose="020B0604020202020204" pitchFamily="34" charset="0"/>
              <a:buChar char="•"/>
              <a:defRPr sz="2000"/>
            </a:lvl2pPr>
            <a:lvl3pPr marL="1257300" indent="-342900">
              <a:spcBef>
                <a:spcPts val="1000"/>
              </a:spcBef>
              <a:spcAft>
                <a:spcPts val="1200"/>
              </a:spcAft>
              <a:buFont typeface="Arial" panose="020B0604020202020204" pitchFamily="34" charset="0"/>
              <a:buChar char="•"/>
              <a:defRPr sz="2000"/>
            </a:lvl3pPr>
            <a:lvl4pPr marL="1714500" indent="-342900">
              <a:spcBef>
                <a:spcPts val="1000"/>
              </a:spcBef>
              <a:spcAft>
                <a:spcPts val="1200"/>
              </a:spcAft>
              <a:buFont typeface="Arial" panose="020B0604020202020204" pitchFamily="34" charset="0"/>
              <a:buChar char="•"/>
              <a:defRPr sz="2000"/>
            </a:lvl4pPr>
            <a:lvl5pPr marL="2171700" indent="-342900">
              <a:spcBef>
                <a:spcPts val="1000"/>
              </a:spcBef>
              <a:spcAft>
                <a:spcPts val="1200"/>
              </a:spcAft>
              <a:buFont typeface="Arial" panose="020B0604020202020204" pitchFamily="34" charset="0"/>
              <a:buChar char="•"/>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Slide Number Placeholder 5">
            <a:extLst>
              <a:ext uri="{FF2B5EF4-FFF2-40B4-BE49-F238E27FC236}">
                <a16:creationId xmlns:a16="http://schemas.microsoft.com/office/drawing/2014/main" id="{8809D86D-3DDE-CA24-4CAA-DF6944B9BCBB}"/>
              </a:ext>
            </a:extLst>
          </p:cNvPr>
          <p:cNvSpPr>
            <a:spLocks noGrp="1"/>
          </p:cNvSpPr>
          <p:nvPr>
            <p:ph type="sldNum" sz="quarter" idx="15"/>
          </p:nvPr>
        </p:nvSpPr>
        <p:spPr>
          <a:xfrm>
            <a:off x="412136" y="5943601"/>
            <a:ext cx="968983" cy="651912"/>
          </a:xfrm>
        </p:spPr>
        <p:txBody>
          <a:bodyPr/>
          <a:lstStyle/>
          <a:p>
            <a:fld id="{18D65601-5AE2-46FC-B138-694DDD2B510D}" type="slidenum">
              <a:rPr lang="en-US" smtClean="0"/>
              <a:pPr/>
              <a:t>‹#›</a:t>
            </a:fld>
            <a:endParaRPr lang="en-US" dirty="0"/>
          </a:p>
        </p:txBody>
      </p:sp>
      <p:sp>
        <p:nvSpPr>
          <p:cNvPr id="5" name="Rectangle 4">
            <a:extLst>
              <a:ext uri="{FF2B5EF4-FFF2-40B4-BE49-F238E27FC236}">
                <a16:creationId xmlns:a16="http://schemas.microsoft.com/office/drawing/2014/main" id="{94389812-0415-9025-AB21-4503F7DF3AB5}"/>
              </a:ext>
              <a:ext uri="{C183D7F6-B498-43B3-948B-1728B52AA6E4}">
                <adec:decorative xmlns:adec="http://schemas.microsoft.com/office/drawing/2017/decorative" val="1"/>
              </a:ext>
            </a:extLst>
          </p:cNvPr>
          <p:cNvSpPr/>
          <p:nvPr userDrawn="1"/>
        </p:nvSpPr>
        <p:spPr>
          <a:xfrm>
            <a:off x="11277600" y="0"/>
            <a:ext cx="914400" cy="91440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 name="Straight Connector 5">
            <a:extLst>
              <a:ext uri="{FF2B5EF4-FFF2-40B4-BE49-F238E27FC236}">
                <a16:creationId xmlns:a16="http://schemas.microsoft.com/office/drawing/2014/main" id="{6459A5A0-86AD-344B-A0E4-6C55958151EE}"/>
              </a:ext>
              <a:ext uri="{C183D7F6-B498-43B3-948B-1728B52AA6E4}">
                <adec:decorative xmlns:adec="http://schemas.microsoft.com/office/drawing/2017/decorative" val="1"/>
              </a:ext>
            </a:extLst>
          </p:cNvPr>
          <p:cNvCxnSpPr>
            <a:cxnSpLocks/>
          </p:cNvCxnSpPr>
          <p:nvPr userDrawn="1"/>
        </p:nvCxnSpPr>
        <p:spPr>
          <a:xfrm>
            <a:off x="896628" y="0"/>
            <a:ext cx="0" cy="5943600"/>
          </a:xfrm>
          <a:prstGeom prst="line">
            <a:avLst/>
          </a:prstGeom>
          <a:ln w="1905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361074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Content and Table">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5B3424C-4925-A7F7-02CD-84526B2E22EF}"/>
              </a:ext>
            </a:extLst>
          </p:cNvPr>
          <p:cNvSpPr>
            <a:spLocks noGrp="1"/>
          </p:cNvSpPr>
          <p:nvPr>
            <p:ph type="title" hasCustomPrompt="1"/>
          </p:nvPr>
        </p:nvSpPr>
        <p:spPr>
          <a:xfrm>
            <a:off x="1468814" y="503852"/>
            <a:ext cx="9808773" cy="1427585"/>
          </a:xfrm>
        </p:spPr>
        <p:txBody>
          <a:bodyPr lIns="0">
            <a:normAutofit/>
          </a:bodyPr>
          <a:lstStyle>
            <a:lvl1pPr>
              <a:defRPr sz="3600"/>
            </a:lvl1pPr>
          </a:lstStyle>
          <a:p>
            <a:r>
              <a:rPr lang="en-US" dirty="0"/>
              <a:t>Click to add title</a:t>
            </a:r>
          </a:p>
        </p:txBody>
      </p:sp>
      <p:sp>
        <p:nvSpPr>
          <p:cNvPr id="12" name="Content Placeholder 7">
            <a:extLst>
              <a:ext uri="{FF2B5EF4-FFF2-40B4-BE49-F238E27FC236}">
                <a16:creationId xmlns:a16="http://schemas.microsoft.com/office/drawing/2014/main" id="{617CE1C3-9892-2E23-986F-80ABB41823D6}"/>
              </a:ext>
            </a:extLst>
          </p:cNvPr>
          <p:cNvSpPr>
            <a:spLocks noGrp="1"/>
          </p:cNvSpPr>
          <p:nvPr>
            <p:ph sz="quarter" idx="11" hasCustomPrompt="1"/>
          </p:nvPr>
        </p:nvSpPr>
        <p:spPr>
          <a:xfrm>
            <a:off x="1468814" y="2057400"/>
            <a:ext cx="3091027" cy="3867538"/>
          </a:xfrm>
        </p:spPr>
        <p:txBody>
          <a:bodyPr lIns="0">
            <a:normAutofit/>
          </a:bodyPr>
          <a:lstStyle>
            <a:lvl1pPr marL="0" indent="0">
              <a:lnSpc>
                <a:spcPct val="100000"/>
              </a:lnSpc>
              <a:spcBef>
                <a:spcPts val="0"/>
              </a:spcBef>
              <a:spcAft>
                <a:spcPts val="1200"/>
              </a:spcAft>
              <a:buNone/>
              <a:defRPr sz="2000"/>
            </a:lvl1pPr>
            <a:lvl2pPr marL="800100" indent="-342900">
              <a:lnSpc>
                <a:spcPct val="100000"/>
              </a:lnSpc>
              <a:spcBef>
                <a:spcPts val="0"/>
              </a:spcBef>
              <a:spcAft>
                <a:spcPts val="1200"/>
              </a:spcAft>
              <a:buFont typeface="Arial" panose="020B0604020202020204" pitchFamily="34" charset="0"/>
              <a:buChar char="•"/>
              <a:defRPr sz="2000"/>
            </a:lvl2pPr>
            <a:lvl3pPr marL="1257300" indent="-342900">
              <a:spcBef>
                <a:spcPts val="0"/>
              </a:spcBef>
              <a:spcAft>
                <a:spcPts val="1200"/>
              </a:spcAft>
              <a:buFont typeface="Arial" panose="020B0604020202020204" pitchFamily="34" charset="0"/>
              <a:buChar char="•"/>
              <a:defRPr sz="2000"/>
            </a:lvl3pPr>
            <a:lvl4pPr marL="1714500" indent="-342900">
              <a:spcBef>
                <a:spcPts val="0"/>
              </a:spcBef>
              <a:spcAft>
                <a:spcPts val="1200"/>
              </a:spcAft>
              <a:buFont typeface="Arial" panose="020B0604020202020204" pitchFamily="34" charset="0"/>
              <a:buChar char="•"/>
              <a:defRPr sz="2000"/>
            </a:lvl4pPr>
            <a:lvl5pPr marL="2171700" indent="-342900">
              <a:spcBef>
                <a:spcPts val="0"/>
              </a:spcBef>
              <a:spcAft>
                <a:spcPts val="1200"/>
              </a:spcAft>
              <a:buFont typeface="Arial" panose="020B0604020202020204" pitchFamily="34" charset="0"/>
              <a:buChar char="•"/>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Table Placeholder 13">
            <a:extLst>
              <a:ext uri="{FF2B5EF4-FFF2-40B4-BE49-F238E27FC236}">
                <a16:creationId xmlns:a16="http://schemas.microsoft.com/office/drawing/2014/main" id="{EA708189-1532-1BDD-104F-4D8556146CEE}"/>
              </a:ext>
            </a:extLst>
          </p:cNvPr>
          <p:cNvSpPr>
            <a:spLocks noGrp="1"/>
          </p:cNvSpPr>
          <p:nvPr>
            <p:ph type="tbl" sz="quarter" idx="12"/>
          </p:nvPr>
        </p:nvSpPr>
        <p:spPr>
          <a:xfrm>
            <a:off x="5097463" y="2051976"/>
            <a:ext cx="6180137" cy="3867538"/>
          </a:xfrm>
        </p:spPr>
        <p:txBody>
          <a:bodyPr>
            <a:normAutofit/>
          </a:bodyPr>
          <a:lstStyle>
            <a:lvl1pPr>
              <a:defRPr sz="2000"/>
            </a:lvl1pPr>
          </a:lstStyle>
          <a:p>
            <a:r>
              <a:rPr lang="en-US"/>
              <a:t>Click icon to add table</a:t>
            </a:r>
            <a:endParaRPr lang="en-US" dirty="0"/>
          </a:p>
        </p:txBody>
      </p:sp>
      <p:sp>
        <p:nvSpPr>
          <p:cNvPr id="5" name="Rectangle 4">
            <a:extLst>
              <a:ext uri="{FF2B5EF4-FFF2-40B4-BE49-F238E27FC236}">
                <a16:creationId xmlns:a16="http://schemas.microsoft.com/office/drawing/2014/main" id="{94389812-0415-9025-AB21-4503F7DF3AB5}"/>
              </a:ext>
              <a:ext uri="{C183D7F6-B498-43B3-948B-1728B52AA6E4}">
                <adec:decorative xmlns:adec="http://schemas.microsoft.com/office/drawing/2017/decorative" val="1"/>
              </a:ext>
            </a:extLst>
          </p:cNvPr>
          <p:cNvSpPr/>
          <p:nvPr userDrawn="1"/>
        </p:nvSpPr>
        <p:spPr>
          <a:xfrm>
            <a:off x="11277600" y="0"/>
            <a:ext cx="914400" cy="91440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 name="Straight Connector 5">
            <a:extLst>
              <a:ext uri="{FF2B5EF4-FFF2-40B4-BE49-F238E27FC236}">
                <a16:creationId xmlns:a16="http://schemas.microsoft.com/office/drawing/2014/main" id="{6459A5A0-86AD-344B-A0E4-6C55958151EE}"/>
              </a:ext>
              <a:ext uri="{C183D7F6-B498-43B3-948B-1728B52AA6E4}">
                <adec:decorative xmlns:adec="http://schemas.microsoft.com/office/drawing/2017/decorative" val="1"/>
              </a:ext>
            </a:extLst>
          </p:cNvPr>
          <p:cNvCxnSpPr>
            <a:cxnSpLocks/>
          </p:cNvCxnSpPr>
          <p:nvPr userDrawn="1"/>
        </p:nvCxnSpPr>
        <p:spPr>
          <a:xfrm>
            <a:off x="896628" y="0"/>
            <a:ext cx="0" cy="5943600"/>
          </a:xfrm>
          <a:prstGeom prst="line">
            <a:avLst/>
          </a:prstGeom>
          <a:ln w="1905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 name="Slide Number Placeholder 5">
            <a:extLst>
              <a:ext uri="{FF2B5EF4-FFF2-40B4-BE49-F238E27FC236}">
                <a16:creationId xmlns:a16="http://schemas.microsoft.com/office/drawing/2014/main" id="{6E0EC71B-95A1-C740-6B1F-F8DF02E2D164}"/>
              </a:ext>
            </a:extLst>
          </p:cNvPr>
          <p:cNvSpPr>
            <a:spLocks noGrp="1"/>
          </p:cNvSpPr>
          <p:nvPr>
            <p:ph type="sldNum" sz="quarter" idx="15"/>
          </p:nvPr>
        </p:nvSpPr>
        <p:spPr>
          <a:xfrm>
            <a:off x="412136" y="5943601"/>
            <a:ext cx="968983" cy="651912"/>
          </a:xfrm>
        </p:spPr>
        <p:txBody>
          <a:bodyPr/>
          <a:lstStyle/>
          <a:p>
            <a:fld id="{18D65601-5AE2-46FC-B138-694DDD2B510D}" type="slidenum">
              <a:rPr lang="en-US" smtClean="0"/>
              <a:pPr/>
              <a:t>‹#›</a:t>
            </a:fld>
            <a:endParaRPr lang="en-US" dirty="0"/>
          </a:p>
        </p:txBody>
      </p:sp>
    </p:spTree>
    <p:extLst>
      <p:ext uri="{BB962C8B-B14F-4D97-AF65-F5344CB8AC3E}">
        <p14:creationId xmlns:p14="http://schemas.microsoft.com/office/powerpoint/2010/main" val="34092991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2 Content 2">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4389812-0415-9025-AB21-4503F7DF3AB5}"/>
              </a:ext>
              <a:ext uri="{C183D7F6-B498-43B3-948B-1728B52AA6E4}">
                <adec:decorative xmlns:adec="http://schemas.microsoft.com/office/drawing/2017/decorative" val="1"/>
              </a:ext>
            </a:extLst>
          </p:cNvPr>
          <p:cNvSpPr/>
          <p:nvPr userDrawn="1"/>
        </p:nvSpPr>
        <p:spPr>
          <a:xfrm>
            <a:off x="11277600" y="0"/>
            <a:ext cx="914400" cy="91440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 name="Straight Connector 5">
            <a:extLst>
              <a:ext uri="{FF2B5EF4-FFF2-40B4-BE49-F238E27FC236}">
                <a16:creationId xmlns:a16="http://schemas.microsoft.com/office/drawing/2014/main" id="{6459A5A0-86AD-344B-A0E4-6C55958151EE}"/>
              </a:ext>
              <a:ext uri="{C183D7F6-B498-43B3-948B-1728B52AA6E4}">
                <adec:decorative xmlns:adec="http://schemas.microsoft.com/office/drawing/2017/decorative" val="1"/>
              </a:ext>
            </a:extLst>
          </p:cNvPr>
          <p:cNvCxnSpPr>
            <a:cxnSpLocks/>
          </p:cNvCxnSpPr>
          <p:nvPr userDrawn="1"/>
        </p:nvCxnSpPr>
        <p:spPr>
          <a:xfrm>
            <a:off x="896628" y="0"/>
            <a:ext cx="0" cy="5943600"/>
          </a:xfrm>
          <a:prstGeom prst="line">
            <a:avLst/>
          </a:prstGeom>
          <a:ln w="1905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7" name="Title 6">
            <a:extLst>
              <a:ext uri="{FF2B5EF4-FFF2-40B4-BE49-F238E27FC236}">
                <a16:creationId xmlns:a16="http://schemas.microsoft.com/office/drawing/2014/main" id="{75B3424C-4925-A7F7-02CD-84526B2E22EF}"/>
              </a:ext>
            </a:extLst>
          </p:cNvPr>
          <p:cNvSpPr>
            <a:spLocks noGrp="1"/>
          </p:cNvSpPr>
          <p:nvPr>
            <p:ph type="title" hasCustomPrompt="1"/>
          </p:nvPr>
        </p:nvSpPr>
        <p:spPr>
          <a:xfrm>
            <a:off x="1468814" y="503852"/>
            <a:ext cx="9808773" cy="1427585"/>
          </a:xfrm>
        </p:spPr>
        <p:txBody>
          <a:bodyPr lIns="0">
            <a:normAutofit/>
          </a:bodyPr>
          <a:lstStyle>
            <a:lvl1pPr>
              <a:defRPr sz="3600"/>
            </a:lvl1pPr>
          </a:lstStyle>
          <a:p>
            <a:r>
              <a:rPr lang="en-US" dirty="0"/>
              <a:t>Click to add title</a:t>
            </a:r>
          </a:p>
        </p:txBody>
      </p:sp>
      <p:sp>
        <p:nvSpPr>
          <p:cNvPr id="8" name="Content Placeholder 7">
            <a:extLst>
              <a:ext uri="{FF2B5EF4-FFF2-40B4-BE49-F238E27FC236}">
                <a16:creationId xmlns:a16="http://schemas.microsoft.com/office/drawing/2014/main" id="{8B0AB10A-3CAB-D4C0-3CB1-401461802BD3}"/>
              </a:ext>
            </a:extLst>
          </p:cNvPr>
          <p:cNvSpPr>
            <a:spLocks noGrp="1"/>
          </p:cNvSpPr>
          <p:nvPr>
            <p:ph sz="quarter" idx="10" hasCustomPrompt="1"/>
          </p:nvPr>
        </p:nvSpPr>
        <p:spPr>
          <a:xfrm>
            <a:off x="1468814" y="2066731"/>
            <a:ext cx="6452876" cy="3867538"/>
          </a:xfrm>
        </p:spPr>
        <p:txBody>
          <a:bodyPr lIns="0">
            <a:normAutofit/>
          </a:bodyPr>
          <a:lstStyle>
            <a:lvl1pPr>
              <a:lnSpc>
                <a:spcPct val="100000"/>
              </a:lnSpc>
              <a:spcAft>
                <a:spcPts val="600"/>
              </a:spcAft>
              <a:defRPr sz="2000"/>
            </a:lvl1pPr>
            <a:lvl2pPr>
              <a:lnSpc>
                <a:spcPct val="100000"/>
              </a:lnSpc>
              <a:spcAft>
                <a:spcPts val="600"/>
              </a:spcAft>
              <a:defRPr sz="2000"/>
            </a:lvl2pPr>
            <a:lvl3pPr>
              <a:lnSpc>
                <a:spcPct val="100000"/>
              </a:lnSpc>
              <a:spcBef>
                <a:spcPts val="1000"/>
              </a:spcBef>
              <a:spcAft>
                <a:spcPts val="600"/>
              </a:spcAft>
              <a:defRPr sz="2000"/>
            </a:lvl3pPr>
            <a:lvl4pPr>
              <a:lnSpc>
                <a:spcPct val="100000"/>
              </a:lnSpc>
              <a:spcAft>
                <a:spcPts val="1200"/>
              </a:spcAft>
              <a:defRPr sz="2000"/>
            </a:lvl4pPr>
            <a:lvl5pPr>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7">
            <a:extLst>
              <a:ext uri="{FF2B5EF4-FFF2-40B4-BE49-F238E27FC236}">
                <a16:creationId xmlns:a16="http://schemas.microsoft.com/office/drawing/2014/main" id="{7DBA8ADB-B20F-8404-46AB-AF67E25C7C75}"/>
              </a:ext>
            </a:extLst>
          </p:cNvPr>
          <p:cNvSpPr>
            <a:spLocks noGrp="1"/>
          </p:cNvSpPr>
          <p:nvPr>
            <p:ph sz="quarter" idx="11" hasCustomPrompt="1"/>
          </p:nvPr>
        </p:nvSpPr>
        <p:spPr>
          <a:xfrm>
            <a:off x="8169196" y="2066731"/>
            <a:ext cx="3108391" cy="3867538"/>
          </a:xfrm>
        </p:spPr>
        <p:txBody>
          <a:bodyPr lIns="0">
            <a:normAutofit/>
          </a:bodyPr>
          <a:lstStyle>
            <a:lvl1pPr marL="0" indent="0">
              <a:lnSpc>
                <a:spcPct val="100000"/>
              </a:lnSpc>
              <a:spcAft>
                <a:spcPts val="600"/>
              </a:spcAft>
              <a:buNone/>
              <a:defRPr sz="2000"/>
            </a:lvl1pPr>
            <a:lvl2pPr marL="800100" indent="-342900">
              <a:lnSpc>
                <a:spcPct val="100000"/>
              </a:lnSpc>
              <a:spcAft>
                <a:spcPts val="600"/>
              </a:spcAft>
              <a:buFont typeface="Arial" panose="020B0604020202020204" pitchFamily="34" charset="0"/>
              <a:buChar char="•"/>
              <a:defRPr sz="2000"/>
            </a:lvl2pPr>
            <a:lvl3pPr marL="1257300" indent="-342900">
              <a:buFont typeface="Arial" panose="020B0604020202020204" pitchFamily="34" charset="0"/>
              <a:buChar char="•"/>
              <a:defRPr sz="2000"/>
            </a:lvl3pPr>
            <a:lvl4pPr marL="1714500" indent="-342900">
              <a:buFont typeface="Arial" panose="020B0604020202020204" pitchFamily="34" charset="0"/>
              <a:buChar char="•"/>
              <a:defRPr sz="2000"/>
            </a:lvl4pPr>
            <a:lvl5pPr marL="2171700" indent="-342900">
              <a:buFont typeface="Arial" panose="020B0604020202020204" pitchFamily="34" charset="0"/>
              <a:buChar char="•"/>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Slide Number Placeholder 5">
            <a:extLst>
              <a:ext uri="{FF2B5EF4-FFF2-40B4-BE49-F238E27FC236}">
                <a16:creationId xmlns:a16="http://schemas.microsoft.com/office/drawing/2014/main" id="{8814D5F7-E70A-5F97-5C8F-95B9E1B6D492}"/>
              </a:ext>
            </a:extLst>
          </p:cNvPr>
          <p:cNvSpPr>
            <a:spLocks noGrp="1"/>
          </p:cNvSpPr>
          <p:nvPr>
            <p:ph type="sldNum" sz="quarter" idx="15"/>
          </p:nvPr>
        </p:nvSpPr>
        <p:spPr>
          <a:xfrm>
            <a:off x="412136" y="5943601"/>
            <a:ext cx="968983" cy="651912"/>
          </a:xfrm>
        </p:spPr>
        <p:txBody>
          <a:bodyPr/>
          <a:lstStyle/>
          <a:p>
            <a:fld id="{18D65601-5AE2-46FC-B138-694DDD2B510D}" type="slidenum">
              <a:rPr lang="en-US" smtClean="0"/>
              <a:pPr/>
              <a:t>‹#›</a:t>
            </a:fld>
            <a:endParaRPr lang="en-US" dirty="0"/>
          </a:p>
        </p:txBody>
      </p:sp>
    </p:spTree>
    <p:extLst>
      <p:ext uri="{BB962C8B-B14F-4D97-AF65-F5344CB8AC3E}">
        <p14:creationId xmlns:p14="http://schemas.microsoft.com/office/powerpoint/2010/main" val="8528140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Table">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4389812-0415-9025-AB21-4503F7DF3AB5}"/>
              </a:ext>
              <a:ext uri="{C183D7F6-B498-43B3-948B-1728B52AA6E4}">
                <adec:decorative xmlns:adec="http://schemas.microsoft.com/office/drawing/2017/decorative" val="1"/>
              </a:ext>
            </a:extLst>
          </p:cNvPr>
          <p:cNvSpPr/>
          <p:nvPr userDrawn="1"/>
        </p:nvSpPr>
        <p:spPr>
          <a:xfrm>
            <a:off x="11277600" y="0"/>
            <a:ext cx="914400" cy="91440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 name="Straight Connector 5">
            <a:extLst>
              <a:ext uri="{FF2B5EF4-FFF2-40B4-BE49-F238E27FC236}">
                <a16:creationId xmlns:a16="http://schemas.microsoft.com/office/drawing/2014/main" id="{6459A5A0-86AD-344B-A0E4-6C55958151EE}"/>
              </a:ext>
              <a:ext uri="{C183D7F6-B498-43B3-948B-1728B52AA6E4}">
                <adec:decorative xmlns:adec="http://schemas.microsoft.com/office/drawing/2017/decorative" val="1"/>
              </a:ext>
            </a:extLst>
          </p:cNvPr>
          <p:cNvCxnSpPr>
            <a:cxnSpLocks/>
          </p:cNvCxnSpPr>
          <p:nvPr userDrawn="1"/>
        </p:nvCxnSpPr>
        <p:spPr>
          <a:xfrm>
            <a:off x="896628" y="0"/>
            <a:ext cx="0" cy="5943600"/>
          </a:xfrm>
          <a:prstGeom prst="line">
            <a:avLst/>
          </a:prstGeom>
          <a:ln w="1905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7" name="Title 6">
            <a:extLst>
              <a:ext uri="{FF2B5EF4-FFF2-40B4-BE49-F238E27FC236}">
                <a16:creationId xmlns:a16="http://schemas.microsoft.com/office/drawing/2014/main" id="{75B3424C-4925-A7F7-02CD-84526B2E22EF}"/>
              </a:ext>
            </a:extLst>
          </p:cNvPr>
          <p:cNvSpPr>
            <a:spLocks noGrp="1"/>
          </p:cNvSpPr>
          <p:nvPr>
            <p:ph type="title" hasCustomPrompt="1"/>
          </p:nvPr>
        </p:nvSpPr>
        <p:spPr>
          <a:xfrm>
            <a:off x="1468814" y="503852"/>
            <a:ext cx="9808773" cy="1427585"/>
          </a:xfrm>
        </p:spPr>
        <p:txBody>
          <a:bodyPr lIns="0">
            <a:normAutofit/>
          </a:bodyPr>
          <a:lstStyle>
            <a:lvl1pPr>
              <a:defRPr sz="3600"/>
            </a:lvl1pPr>
          </a:lstStyle>
          <a:p>
            <a:r>
              <a:rPr lang="en-US" dirty="0"/>
              <a:t>Click to add title</a:t>
            </a:r>
          </a:p>
        </p:txBody>
      </p:sp>
      <p:sp>
        <p:nvSpPr>
          <p:cNvPr id="9" name="Table Placeholder 8">
            <a:extLst>
              <a:ext uri="{FF2B5EF4-FFF2-40B4-BE49-F238E27FC236}">
                <a16:creationId xmlns:a16="http://schemas.microsoft.com/office/drawing/2014/main" id="{CB43608F-0A38-CF4A-4B3B-F1212E786FDE}"/>
              </a:ext>
            </a:extLst>
          </p:cNvPr>
          <p:cNvSpPr>
            <a:spLocks noGrp="1"/>
          </p:cNvSpPr>
          <p:nvPr>
            <p:ph type="tbl" sz="quarter" idx="10"/>
          </p:nvPr>
        </p:nvSpPr>
        <p:spPr>
          <a:xfrm>
            <a:off x="1487488" y="2057400"/>
            <a:ext cx="9790112" cy="3886200"/>
          </a:xfrm>
        </p:spPr>
        <p:txBody>
          <a:bodyPr>
            <a:normAutofit/>
          </a:bodyPr>
          <a:lstStyle>
            <a:lvl1pPr>
              <a:defRPr sz="2400"/>
            </a:lvl1pPr>
          </a:lstStyle>
          <a:p>
            <a:r>
              <a:rPr lang="en-US"/>
              <a:t>Click icon to add table</a:t>
            </a:r>
            <a:endParaRPr lang="en-US" dirty="0"/>
          </a:p>
        </p:txBody>
      </p:sp>
      <p:sp>
        <p:nvSpPr>
          <p:cNvPr id="2" name="Slide Number Placeholder 5">
            <a:extLst>
              <a:ext uri="{FF2B5EF4-FFF2-40B4-BE49-F238E27FC236}">
                <a16:creationId xmlns:a16="http://schemas.microsoft.com/office/drawing/2014/main" id="{05DA3688-07D1-82D9-6818-C95E9A69C2F1}"/>
              </a:ext>
            </a:extLst>
          </p:cNvPr>
          <p:cNvSpPr>
            <a:spLocks noGrp="1"/>
          </p:cNvSpPr>
          <p:nvPr>
            <p:ph type="sldNum" sz="quarter" idx="15"/>
          </p:nvPr>
        </p:nvSpPr>
        <p:spPr>
          <a:xfrm>
            <a:off x="412136" y="5943601"/>
            <a:ext cx="968983" cy="651912"/>
          </a:xfrm>
        </p:spPr>
        <p:txBody>
          <a:bodyPr/>
          <a:lstStyle/>
          <a:p>
            <a:fld id="{18D65601-5AE2-46FC-B138-694DDD2B510D}" type="slidenum">
              <a:rPr lang="en-US" smtClean="0"/>
              <a:pPr/>
              <a:t>‹#›</a:t>
            </a:fld>
            <a:endParaRPr lang="en-US" dirty="0"/>
          </a:p>
        </p:txBody>
      </p:sp>
    </p:spTree>
    <p:extLst>
      <p:ext uri="{BB962C8B-B14F-4D97-AF65-F5344CB8AC3E}">
        <p14:creationId xmlns:p14="http://schemas.microsoft.com/office/powerpoint/2010/main" val="269135728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hank you 1">
    <p:bg>
      <p:bgPr>
        <a:solidFill>
          <a:schemeClr val="accent2">
            <a:lumMod val="50000"/>
          </a:schemeClr>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1B5E70F-EF03-B535-2505-BC971E3BC36D}"/>
              </a:ext>
              <a:ext uri="{C183D7F6-B498-43B3-948B-1728B52AA6E4}">
                <adec:decorative xmlns:adec="http://schemas.microsoft.com/office/drawing/2017/decorative" val="1"/>
              </a:ext>
            </a:extLst>
          </p:cNvPr>
          <p:cNvSpPr/>
          <p:nvPr userDrawn="1"/>
        </p:nvSpPr>
        <p:spPr>
          <a:xfrm>
            <a:off x="0" y="5943600"/>
            <a:ext cx="914400" cy="9144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 name="Straight Connector 2">
            <a:extLst>
              <a:ext uri="{FF2B5EF4-FFF2-40B4-BE49-F238E27FC236}">
                <a16:creationId xmlns:a16="http://schemas.microsoft.com/office/drawing/2014/main" id="{8794424E-93DD-A404-D05E-EF6030A76D3B}"/>
              </a:ext>
              <a:ext uri="{C183D7F6-B498-43B3-948B-1728B52AA6E4}">
                <adec:decorative xmlns:adec="http://schemas.microsoft.com/office/drawing/2017/decorative" val="1"/>
              </a:ext>
            </a:extLst>
          </p:cNvPr>
          <p:cNvCxnSpPr>
            <a:cxnSpLocks/>
          </p:cNvCxnSpPr>
          <p:nvPr userDrawn="1"/>
        </p:nvCxnSpPr>
        <p:spPr>
          <a:xfrm>
            <a:off x="896628" y="0"/>
            <a:ext cx="0" cy="6858000"/>
          </a:xfrm>
          <a:prstGeom prst="line">
            <a:avLst/>
          </a:prstGeom>
          <a:ln w="19050">
            <a:solidFill>
              <a:schemeClr val="accent5">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B03A3B6B-5129-A46A-A20C-5D7BC706C9B1}"/>
              </a:ext>
              <a:ext uri="{C183D7F6-B498-43B3-948B-1728B52AA6E4}">
                <adec:decorative xmlns:adec="http://schemas.microsoft.com/office/drawing/2017/decorative" val="1"/>
              </a:ext>
            </a:extLst>
          </p:cNvPr>
          <p:cNvSpPr/>
          <p:nvPr userDrawn="1"/>
        </p:nvSpPr>
        <p:spPr>
          <a:xfrm>
            <a:off x="11277600" y="0"/>
            <a:ext cx="914400" cy="9144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7">
            <a:extLst>
              <a:ext uri="{FF2B5EF4-FFF2-40B4-BE49-F238E27FC236}">
                <a16:creationId xmlns:a16="http://schemas.microsoft.com/office/drawing/2014/main" id="{24E401A1-8CEE-5E1B-343B-D737433AE63F}"/>
              </a:ext>
            </a:extLst>
          </p:cNvPr>
          <p:cNvSpPr>
            <a:spLocks noGrp="1"/>
          </p:cNvSpPr>
          <p:nvPr>
            <p:ph type="title" hasCustomPrompt="1"/>
          </p:nvPr>
        </p:nvSpPr>
        <p:spPr>
          <a:xfrm>
            <a:off x="1317614" y="690511"/>
            <a:ext cx="4964671" cy="5253089"/>
          </a:xfrm>
        </p:spPr>
        <p:txBody>
          <a:bodyPr anchor="b">
            <a:normAutofit/>
          </a:bodyPr>
          <a:lstStyle>
            <a:lvl1pPr>
              <a:defRPr sz="6000">
                <a:solidFill>
                  <a:schemeClr val="bg1"/>
                </a:solidFill>
              </a:defRPr>
            </a:lvl1pPr>
          </a:lstStyle>
          <a:p>
            <a:r>
              <a:rPr lang="en-US" dirty="0"/>
              <a:t>Click to add title</a:t>
            </a:r>
          </a:p>
        </p:txBody>
      </p:sp>
      <p:sp>
        <p:nvSpPr>
          <p:cNvPr id="10" name="Content Placeholder 9">
            <a:extLst>
              <a:ext uri="{FF2B5EF4-FFF2-40B4-BE49-F238E27FC236}">
                <a16:creationId xmlns:a16="http://schemas.microsoft.com/office/drawing/2014/main" id="{AD608249-3D60-D3B2-68C5-778D0EA18F2D}"/>
              </a:ext>
            </a:extLst>
          </p:cNvPr>
          <p:cNvSpPr>
            <a:spLocks noGrp="1"/>
          </p:cNvSpPr>
          <p:nvPr>
            <p:ph sz="quarter" idx="10" hasCustomPrompt="1"/>
          </p:nvPr>
        </p:nvSpPr>
        <p:spPr>
          <a:xfrm>
            <a:off x="6282286" y="690465"/>
            <a:ext cx="4784372" cy="5253089"/>
          </a:xfrm>
        </p:spPr>
        <p:txBody>
          <a:bodyPr anchor="ctr">
            <a:normAutofit/>
          </a:bodyPr>
          <a:lstStyle>
            <a:lvl1pPr marL="0" indent="0">
              <a:lnSpc>
                <a:spcPct val="100000"/>
              </a:lnSpc>
              <a:spcBef>
                <a:spcPts val="0"/>
              </a:spcBef>
              <a:spcAft>
                <a:spcPts val="1200"/>
              </a:spcAft>
              <a:buNone/>
              <a:defRPr sz="2000">
                <a:solidFill>
                  <a:schemeClr val="bg1"/>
                </a:solidFill>
              </a:defRPr>
            </a:lvl1pPr>
            <a:lvl2pPr marL="742950" indent="-285750">
              <a:lnSpc>
                <a:spcPct val="100000"/>
              </a:lnSpc>
              <a:spcBef>
                <a:spcPts val="0"/>
              </a:spcBef>
              <a:spcAft>
                <a:spcPts val="1200"/>
              </a:spcAft>
              <a:buFont typeface="Arial" panose="020B0604020202020204" pitchFamily="34" charset="0"/>
              <a:buChar char="•"/>
              <a:defRPr sz="1800">
                <a:solidFill>
                  <a:schemeClr val="bg1"/>
                </a:solidFill>
              </a:defRPr>
            </a:lvl2pPr>
            <a:lvl3pPr marL="1200150" indent="-285750">
              <a:lnSpc>
                <a:spcPct val="100000"/>
              </a:lnSpc>
              <a:spcBef>
                <a:spcPts val="0"/>
              </a:spcBef>
              <a:spcAft>
                <a:spcPts val="1200"/>
              </a:spcAft>
              <a:buFont typeface="Arial" panose="020B0604020202020204" pitchFamily="34" charset="0"/>
              <a:buChar char="•"/>
              <a:defRPr sz="1600">
                <a:solidFill>
                  <a:schemeClr val="bg1"/>
                </a:solidFill>
              </a:defRPr>
            </a:lvl3pPr>
            <a:lvl4pPr marL="1657350" indent="-285750">
              <a:lnSpc>
                <a:spcPct val="100000"/>
              </a:lnSpc>
              <a:spcBef>
                <a:spcPts val="0"/>
              </a:spcBef>
              <a:spcAft>
                <a:spcPts val="1200"/>
              </a:spcAft>
              <a:buFont typeface="Arial" panose="020B0604020202020204" pitchFamily="34" charset="0"/>
              <a:buChar char="•"/>
              <a:defRPr sz="1400">
                <a:solidFill>
                  <a:schemeClr val="bg1"/>
                </a:solidFill>
              </a:defRPr>
            </a:lvl4pPr>
            <a:lvl5pPr marL="2114550" indent="-285750">
              <a:lnSpc>
                <a:spcPct val="100000"/>
              </a:lnSpc>
              <a:spcBef>
                <a:spcPts val="0"/>
              </a:spcBef>
              <a:spcAft>
                <a:spcPts val="1200"/>
              </a:spcAft>
              <a:buFont typeface="Arial" panose="020B0604020202020204" pitchFamily="34" charset="0"/>
              <a:buChar char="•"/>
              <a:defRPr sz="1400">
                <a:solidFill>
                  <a:schemeClr val="bg1"/>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437483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82F216-62F1-7E0B-63FD-51C27CDAA1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E61F31D-B959-2AD8-9208-FF08B574DB4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F32C8C7-5C6C-400B-AEC0-4D8178161B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900" b="0" cap="all" spc="150" baseline="0">
                <a:solidFill>
                  <a:schemeClr val="bg2">
                    <a:lumMod val="50000"/>
                  </a:schemeClr>
                </a:solidFill>
                <a:latin typeface="Univers Light" panose="020B0403020202020204" pitchFamily="34" charset="0"/>
              </a:defRPr>
            </a:lvl1pPr>
          </a:lstStyle>
          <a:p>
            <a:endParaRPr lang="en-US" dirty="0"/>
          </a:p>
        </p:txBody>
      </p:sp>
      <p:sp>
        <p:nvSpPr>
          <p:cNvPr id="5" name="Footer Placeholder 4">
            <a:extLst>
              <a:ext uri="{FF2B5EF4-FFF2-40B4-BE49-F238E27FC236}">
                <a16:creationId xmlns:a16="http://schemas.microsoft.com/office/drawing/2014/main" id="{4B7105D6-7B52-4B7D-9473-BCD571A93A0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900" b="0" cap="all" spc="150" baseline="0">
                <a:solidFill>
                  <a:schemeClr val="bg2">
                    <a:lumMod val="50000"/>
                  </a:schemeClr>
                </a:solidFill>
                <a:latin typeface="Univers Light" panose="020B0403020202020204" pitchFamily="34" charset="0"/>
              </a:defRPr>
            </a:lvl1pPr>
          </a:lstStyle>
          <a:p>
            <a:endParaRPr lang="en-US" dirty="0"/>
          </a:p>
        </p:txBody>
      </p:sp>
      <p:sp>
        <p:nvSpPr>
          <p:cNvPr id="6" name="Slide Number Placeholder 5">
            <a:extLst>
              <a:ext uri="{FF2B5EF4-FFF2-40B4-BE49-F238E27FC236}">
                <a16:creationId xmlns:a16="http://schemas.microsoft.com/office/drawing/2014/main" id="{B13EAA0A-7090-4FA3-AD1C-CD4570404021}"/>
              </a:ext>
            </a:extLst>
          </p:cNvPr>
          <p:cNvSpPr>
            <a:spLocks noGrp="1"/>
          </p:cNvSpPr>
          <p:nvPr>
            <p:ph type="sldNum" sz="quarter" idx="4"/>
          </p:nvPr>
        </p:nvSpPr>
        <p:spPr>
          <a:xfrm>
            <a:off x="412136" y="5943601"/>
            <a:ext cx="968983" cy="651912"/>
          </a:xfrm>
          <a:prstGeom prst="rect">
            <a:avLst/>
          </a:prstGeom>
        </p:spPr>
        <p:txBody>
          <a:bodyPr vert="horz" lIns="91440" tIns="45720" rIns="91440" bIns="45720" rtlCol="0" anchor="ctr"/>
          <a:lstStyle>
            <a:lvl1pPr algn="ctr">
              <a:defRPr sz="1200" b="1" spc="150" baseline="0">
                <a:solidFill>
                  <a:schemeClr val="tx1"/>
                </a:solidFill>
                <a:latin typeface="+mn-lt"/>
              </a:defRPr>
            </a:lvl1pPr>
          </a:lstStyle>
          <a:p>
            <a:fld id="{18D65601-5AE2-46FC-B138-694DDD2B510D}" type="slidenum">
              <a:rPr lang="en-US" smtClean="0"/>
              <a:pPr/>
              <a:t>‹#›</a:t>
            </a:fld>
            <a:endParaRPr lang="en-US" dirty="0"/>
          </a:p>
        </p:txBody>
      </p:sp>
    </p:spTree>
    <p:extLst>
      <p:ext uri="{BB962C8B-B14F-4D97-AF65-F5344CB8AC3E}">
        <p14:creationId xmlns:p14="http://schemas.microsoft.com/office/powerpoint/2010/main" val="737433849"/>
      </p:ext>
    </p:extLst>
  </p:cSld>
  <p:clrMap bg1="lt1" tx1="dk1" bg2="lt2" tx2="dk2" accent1="accent1" accent2="accent2" accent3="accent3" accent4="accent4" accent5="accent5" accent6="accent6" hlink="hlink" folHlink="folHlink"/>
  <p:sldLayoutIdLst>
    <p:sldLayoutId id="2147483694" r:id="rId1"/>
    <p:sldLayoutId id="2147483693" r:id="rId2"/>
    <p:sldLayoutId id="2147483692" r:id="rId3"/>
    <p:sldLayoutId id="2147483691" r:id="rId4"/>
    <p:sldLayoutId id="2147483690" r:id="rId5"/>
    <p:sldLayoutId id="2147483689" r:id="rId6"/>
    <p:sldLayoutId id="2147483688" r:id="rId7"/>
    <p:sldLayoutId id="2147483687" r:id="rId8"/>
    <p:sldLayoutId id="2147483686" r:id="rId9"/>
    <p:sldLayoutId id="2147483685" r:id="rId10"/>
    <p:sldLayoutId id="2147483684" r:id="rId11"/>
    <p:sldLayoutId id="2147483682" r:id="rId12"/>
    <p:sldLayoutId id="2147483681"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hardmaru/slimevolleygym" TargetMode="External"/><Relationship Id="rId2" Type="http://schemas.openxmlformats.org/officeDocument/2006/relationships/hyperlink" Target="https://github.com/AgileRL/AgileRL" TargetMode="External"/><Relationship Id="rId1" Type="http://schemas.openxmlformats.org/officeDocument/2006/relationships/slideLayout" Target="../slideLayouts/slideLayout5.xml"/><Relationship Id="rId5" Type="http://schemas.openxmlformats.org/officeDocument/2006/relationships/hyperlink" Target="https://github.com/DLR-RM/stable-baselines3" TargetMode="External"/><Relationship Id="rId4" Type="http://schemas.openxmlformats.org/officeDocument/2006/relationships/hyperlink" Target="https://github.com/numpy/numpy"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54C9E-20FB-B999-9303-C71D1334BAD7}"/>
              </a:ext>
            </a:extLst>
          </p:cNvPr>
          <p:cNvSpPr>
            <a:spLocks noGrp="1"/>
          </p:cNvSpPr>
          <p:nvPr>
            <p:ph type="title"/>
          </p:nvPr>
        </p:nvSpPr>
        <p:spPr>
          <a:xfrm>
            <a:off x="2864498" y="2312646"/>
            <a:ext cx="7277877" cy="1200329"/>
          </a:xfrm>
        </p:spPr>
        <p:txBody>
          <a:bodyPr anchor="ctr">
            <a:normAutofit fontScale="90000"/>
          </a:bodyPr>
          <a:lstStyle/>
          <a:p>
            <a:pPr algn="ctr"/>
            <a:r>
              <a:rPr lang="en-US" noProof="0" dirty="0"/>
              <a:t>Slime Volleyball</a:t>
            </a:r>
            <a:r>
              <a:rPr lang="pl-PL" noProof="0" dirty="0"/>
              <a:t> MARL</a:t>
            </a:r>
            <a:endParaRPr lang="en-US" noProof="0" dirty="0"/>
          </a:p>
        </p:txBody>
      </p:sp>
      <p:sp>
        <p:nvSpPr>
          <p:cNvPr id="3" name="TextBox 2">
            <a:extLst>
              <a:ext uri="{FF2B5EF4-FFF2-40B4-BE49-F238E27FC236}">
                <a16:creationId xmlns:a16="http://schemas.microsoft.com/office/drawing/2014/main" id="{FA066DC9-140D-810B-CCA8-9E5D43A0203D}"/>
              </a:ext>
            </a:extLst>
          </p:cNvPr>
          <p:cNvSpPr txBox="1"/>
          <p:nvPr/>
        </p:nvSpPr>
        <p:spPr>
          <a:xfrm>
            <a:off x="2864498" y="3605309"/>
            <a:ext cx="7277878" cy="1015663"/>
          </a:xfrm>
          <a:prstGeom prst="rect">
            <a:avLst/>
          </a:prstGeom>
          <a:noFill/>
        </p:spPr>
        <p:txBody>
          <a:bodyPr wrap="square" rtlCol="0" anchor="ctr">
            <a:spAutoFit/>
          </a:bodyPr>
          <a:lstStyle/>
          <a:p>
            <a:pPr algn="ctr"/>
            <a:r>
              <a:rPr lang="pl-PL" sz="2000" dirty="0">
                <a:solidFill>
                  <a:schemeClr val="bg1"/>
                </a:solidFill>
                <a:latin typeface="+mj-lt"/>
              </a:rPr>
              <a:t>Celem jest stworzenie agenta opartego na uczeniu wieloagentowym, </a:t>
            </a:r>
            <a:r>
              <a:rPr lang="pl-PL" sz="2000" dirty="0">
                <a:solidFill>
                  <a:schemeClr val="bg1"/>
                </a:solidFill>
                <a:latin typeface="+mj-lt"/>
                <a:ea typeface="Calibri" panose="020F0502020204030204" pitchFamily="34" charset="0"/>
                <a:cs typeface="Calibri" panose="020F0502020204030204" pitchFamily="34" charset="0"/>
              </a:rPr>
              <a:t>zdolnego</a:t>
            </a:r>
            <a:r>
              <a:rPr lang="pl-PL" sz="2000" dirty="0">
                <a:solidFill>
                  <a:schemeClr val="bg1"/>
                </a:solidFill>
                <a:latin typeface="+mj-lt"/>
              </a:rPr>
              <a:t> do nauki i adaptacji w dynamicznym środowisku gry w siatkówkę 2D.</a:t>
            </a:r>
            <a:endParaRPr lang="en-US" sz="2000" dirty="0">
              <a:solidFill>
                <a:schemeClr val="bg1"/>
              </a:solidFill>
              <a:latin typeface="+mj-lt"/>
            </a:endParaRPr>
          </a:p>
        </p:txBody>
      </p:sp>
      <p:sp>
        <p:nvSpPr>
          <p:cNvPr id="4" name="TextBox 3">
            <a:extLst>
              <a:ext uri="{FF2B5EF4-FFF2-40B4-BE49-F238E27FC236}">
                <a16:creationId xmlns:a16="http://schemas.microsoft.com/office/drawing/2014/main" id="{AF50C1D2-66CB-6316-70B0-A2DF087B8765}"/>
              </a:ext>
            </a:extLst>
          </p:cNvPr>
          <p:cNvSpPr txBox="1"/>
          <p:nvPr/>
        </p:nvSpPr>
        <p:spPr>
          <a:xfrm>
            <a:off x="2864498" y="6202196"/>
            <a:ext cx="7277878" cy="400110"/>
          </a:xfrm>
          <a:prstGeom prst="rect">
            <a:avLst/>
          </a:prstGeom>
          <a:noFill/>
        </p:spPr>
        <p:txBody>
          <a:bodyPr wrap="square" rtlCol="0" anchor="ctr">
            <a:spAutoFit/>
          </a:bodyPr>
          <a:lstStyle/>
          <a:p>
            <a:pPr algn="ctr"/>
            <a:r>
              <a:rPr lang="pl-PL" sz="2000" dirty="0">
                <a:solidFill>
                  <a:schemeClr val="bg1">
                    <a:lumMod val="65000"/>
                  </a:schemeClr>
                </a:solidFill>
                <a:latin typeface="+mj-lt"/>
              </a:rPr>
              <a:t>Autor: Robert Mesek</a:t>
            </a:r>
            <a:endParaRPr lang="en-US" sz="2000" dirty="0">
              <a:solidFill>
                <a:schemeClr val="bg1">
                  <a:lumMod val="65000"/>
                </a:schemeClr>
              </a:solidFill>
              <a:latin typeface="+mj-lt"/>
            </a:endParaRPr>
          </a:p>
        </p:txBody>
      </p:sp>
    </p:spTree>
    <p:extLst>
      <p:ext uri="{BB962C8B-B14F-4D97-AF65-F5344CB8AC3E}">
        <p14:creationId xmlns:p14="http://schemas.microsoft.com/office/powerpoint/2010/main" val="33788224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019101-4570-2279-8651-AEC34B07F3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440C3A-F4FE-0B4F-7DFA-2B8E3C976B7F}"/>
              </a:ext>
            </a:extLst>
          </p:cNvPr>
          <p:cNvSpPr>
            <a:spLocks noGrp="1"/>
          </p:cNvSpPr>
          <p:nvPr>
            <p:ph type="title"/>
          </p:nvPr>
        </p:nvSpPr>
        <p:spPr>
          <a:xfrm>
            <a:off x="1468815" y="503852"/>
            <a:ext cx="9150675" cy="1427585"/>
          </a:xfrm>
        </p:spPr>
        <p:txBody>
          <a:bodyPr/>
          <a:lstStyle/>
          <a:p>
            <a:r>
              <a:rPr lang="pl-PL" b="1" noProof="0" dirty="0"/>
              <a:t>Środowisko </a:t>
            </a:r>
            <a:r>
              <a:rPr lang="pl-PL" b="1" i="1" noProof="0" dirty="0"/>
              <a:t>SlimeVolleyGym</a:t>
            </a:r>
          </a:p>
        </p:txBody>
      </p:sp>
      <p:sp>
        <p:nvSpPr>
          <p:cNvPr id="3" name="Content Placeholder 2">
            <a:extLst>
              <a:ext uri="{FF2B5EF4-FFF2-40B4-BE49-F238E27FC236}">
                <a16:creationId xmlns:a16="http://schemas.microsoft.com/office/drawing/2014/main" id="{95A3BDDA-70CE-A3B1-A46A-805E108F6795}"/>
              </a:ext>
            </a:extLst>
          </p:cNvPr>
          <p:cNvSpPr>
            <a:spLocks noGrp="1"/>
          </p:cNvSpPr>
          <p:nvPr>
            <p:ph sz="quarter" idx="12"/>
          </p:nvPr>
        </p:nvSpPr>
        <p:spPr>
          <a:xfrm>
            <a:off x="1450153" y="2108722"/>
            <a:ext cx="4645847" cy="4119463"/>
          </a:xfrm>
        </p:spPr>
        <p:txBody>
          <a:bodyPr>
            <a:normAutofit/>
          </a:bodyPr>
          <a:lstStyle/>
          <a:p>
            <a:pPr marL="0" indent="0">
              <a:buNone/>
            </a:pPr>
            <a:r>
              <a:rPr lang="pl-PL" sz="1600" dirty="0">
                <a:latin typeface="Tisa Offc Serif Pro" panose="02010504030101020102" pitchFamily="2" charset="0"/>
              </a:rPr>
              <a:t>Celem agenta jest sprawienie, by piłka wylądowała na polu przeciwnika, co powoduje utratę jednego życia przez przeciwnika. Każdy agent zaczyna z pięcioma życiami. Epizod kończy się, gdy któryś z agentów straci wszystkie pięć żyć lub po upływie 3000 kroków czasowych. Agent otrzymuje nagrodę w postaci +1, gdy przeciwnik straci życie, lub -1, gdy to on straci życie. </a:t>
            </a:r>
          </a:p>
          <a:p>
            <a:pPr marL="0" indent="0">
              <a:buNone/>
            </a:pPr>
            <a:endParaRPr lang="pl-PL" sz="1600" dirty="0">
              <a:latin typeface="Tisa Offc Serif Pro" panose="02010504030101020102" pitchFamily="2" charset="0"/>
            </a:endParaRPr>
          </a:p>
          <a:p>
            <a:r>
              <a:rPr lang="pl-PL" sz="1600" b="1" dirty="0">
                <a:latin typeface="Tisa Offc Serif Pro" panose="02010504030101020102" pitchFamily="2" charset="0"/>
              </a:rPr>
              <a:t>Stan Gry</a:t>
            </a:r>
            <a:r>
              <a:rPr lang="pl-PL" sz="1600" dirty="0">
                <a:latin typeface="Tisa Offc Serif Pro" panose="02010504030101020102" pitchFamily="2" charset="0"/>
              </a:rPr>
              <a:t>: 12-wymiarowy wektor cech (pozycje i prędkości x, y).</a:t>
            </a:r>
          </a:p>
          <a:p>
            <a:r>
              <a:rPr lang="pl-PL" sz="1600" b="1" dirty="0">
                <a:latin typeface="Tisa Offc Serif Pro" panose="02010504030101020102" pitchFamily="2" charset="0"/>
              </a:rPr>
              <a:t>Akcje</a:t>
            </a:r>
            <a:r>
              <a:rPr lang="pl-PL" sz="1600" dirty="0">
                <a:latin typeface="Tisa Offc Serif Pro" panose="02010504030101020102" pitchFamily="2" charset="0"/>
              </a:rPr>
              <a:t>: 3 bity (Przód, Tył, Skok).</a:t>
            </a:r>
          </a:p>
          <a:p>
            <a:r>
              <a:rPr lang="pl-PL" sz="1600" b="1" dirty="0">
                <a:latin typeface="Tisa Offc Serif Pro" panose="02010504030101020102" pitchFamily="2" charset="0"/>
              </a:rPr>
              <a:t>Agent vs Agent</a:t>
            </a:r>
            <a:r>
              <a:rPr lang="pl-PL" sz="1600" dirty="0">
                <a:latin typeface="Tisa Offc Serif Pro" panose="02010504030101020102" pitchFamily="2" charset="0"/>
              </a:rPr>
              <a:t>: Natywne wsparcie dla rywalizacji MARL.</a:t>
            </a:r>
            <a:endParaRPr lang="pl-PL" sz="1600" noProof="0" dirty="0">
              <a:latin typeface="Tisa Offc Serif Pro" panose="02010504030101020102" pitchFamily="2" charset="0"/>
            </a:endParaRPr>
          </a:p>
        </p:txBody>
      </p:sp>
      <p:sp>
        <p:nvSpPr>
          <p:cNvPr id="4" name="Slide Number Placeholder 3">
            <a:extLst>
              <a:ext uri="{FF2B5EF4-FFF2-40B4-BE49-F238E27FC236}">
                <a16:creationId xmlns:a16="http://schemas.microsoft.com/office/drawing/2014/main" id="{98DA0995-208C-668A-66DA-8AF7F5BAC811}"/>
              </a:ext>
            </a:extLst>
          </p:cNvPr>
          <p:cNvSpPr>
            <a:spLocks noGrp="1"/>
          </p:cNvSpPr>
          <p:nvPr>
            <p:ph type="sldNum" sz="quarter" idx="15"/>
          </p:nvPr>
        </p:nvSpPr>
        <p:spPr/>
        <p:txBody>
          <a:bodyPr/>
          <a:lstStyle/>
          <a:p>
            <a:fld id="{18D65601-5AE2-46FC-B138-694DDD2B510D}" type="slidenum">
              <a:rPr lang="pl-PL" noProof="0" smtClean="0"/>
              <a:pPr/>
              <a:t>2</a:t>
            </a:fld>
            <a:endParaRPr lang="pl-PL" noProof="0" dirty="0"/>
          </a:p>
        </p:txBody>
      </p:sp>
      <p:pic>
        <p:nvPicPr>
          <p:cNvPr id="14" name="Picture 13">
            <a:extLst>
              <a:ext uri="{FF2B5EF4-FFF2-40B4-BE49-F238E27FC236}">
                <a16:creationId xmlns:a16="http://schemas.microsoft.com/office/drawing/2014/main" id="{5C141CA0-4904-A7AE-1F1E-690EE588DBD8}"/>
              </a:ext>
            </a:extLst>
          </p:cNvPr>
          <p:cNvPicPr>
            <a:picLocks noChangeAspect="1"/>
          </p:cNvPicPr>
          <p:nvPr/>
        </p:nvPicPr>
        <p:blipFill>
          <a:blip r:embed="rId2"/>
          <a:stretch>
            <a:fillRect/>
          </a:stretch>
        </p:blipFill>
        <p:spPr>
          <a:xfrm>
            <a:off x="6344816" y="2108722"/>
            <a:ext cx="4823927" cy="411946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8142900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075C3-0FF1-51A9-687B-0E7A7F50B9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36F745-3EC2-9FEC-3E9D-04E80EDF3660}"/>
              </a:ext>
            </a:extLst>
          </p:cNvPr>
          <p:cNvSpPr>
            <a:spLocks noGrp="1"/>
          </p:cNvSpPr>
          <p:nvPr>
            <p:ph type="title"/>
          </p:nvPr>
        </p:nvSpPr>
        <p:spPr>
          <a:xfrm>
            <a:off x="1468815" y="503852"/>
            <a:ext cx="9150675" cy="1427585"/>
          </a:xfrm>
        </p:spPr>
        <p:txBody>
          <a:bodyPr/>
          <a:lstStyle/>
          <a:p>
            <a:r>
              <a:rPr lang="pl-PL" b="1" noProof="0" dirty="0"/>
              <a:t>Mechanizmy sztucznej inteligencji</a:t>
            </a:r>
          </a:p>
        </p:txBody>
      </p:sp>
      <p:sp>
        <p:nvSpPr>
          <p:cNvPr id="3" name="Content Placeholder 2">
            <a:extLst>
              <a:ext uri="{FF2B5EF4-FFF2-40B4-BE49-F238E27FC236}">
                <a16:creationId xmlns:a16="http://schemas.microsoft.com/office/drawing/2014/main" id="{7F6180F5-9167-973B-6D25-3EAB686FC05A}"/>
              </a:ext>
            </a:extLst>
          </p:cNvPr>
          <p:cNvSpPr>
            <a:spLocks noGrp="1"/>
          </p:cNvSpPr>
          <p:nvPr>
            <p:ph sz="quarter" idx="12"/>
          </p:nvPr>
        </p:nvSpPr>
        <p:spPr>
          <a:xfrm>
            <a:off x="1450153" y="2108722"/>
            <a:ext cx="2982264" cy="4119463"/>
          </a:xfrm>
        </p:spPr>
        <p:txBody>
          <a:bodyPr>
            <a:normAutofit/>
          </a:bodyPr>
          <a:lstStyle/>
          <a:p>
            <a:pPr marL="0" indent="0">
              <a:buNone/>
            </a:pPr>
            <a:r>
              <a:rPr lang="pl-PL" sz="2400" b="1" dirty="0">
                <a:latin typeface="Tisa Offc Serif Pro" panose="02010504030101020102" pitchFamily="2" charset="0"/>
              </a:rPr>
              <a:t>Algorytm IPPO</a:t>
            </a:r>
          </a:p>
          <a:p>
            <a:pPr marL="0" indent="0">
              <a:buNone/>
            </a:pPr>
            <a:r>
              <a:rPr lang="pl-PL" sz="1600" dirty="0">
                <a:latin typeface="Tisa Offc Serif Pro" panose="02010504030101020102" pitchFamily="2" charset="0"/>
              </a:rPr>
              <a:t>Independent </a:t>
            </a:r>
            <a:r>
              <a:rPr lang="pl-PL" sz="1600" dirty="0" err="1">
                <a:latin typeface="Tisa Offc Serif Pro" panose="02010504030101020102" pitchFamily="2" charset="0"/>
              </a:rPr>
              <a:t>Proximal</a:t>
            </a:r>
            <a:r>
              <a:rPr lang="pl-PL" sz="1600" dirty="0">
                <a:latin typeface="Tisa Offc Serif Pro" panose="02010504030101020102" pitchFamily="2" charset="0"/>
              </a:rPr>
              <a:t> Policy </a:t>
            </a:r>
            <a:r>
              <a:rPr lang="pl-PL" sz="1600" dirty="0" err="1">
                <a:latin typeface="Tisa Offc Serif Pro" panose="02010504030101020102" pitchFamily="2" charset="0"/>
              </a:rPr>
              <a:t>Optimization</a:t>
            </a:r>
            <a:r>
              <a:rPr lang="pl-PL" sz="1600" dirty="0">
                <a:latin typeface="Tisa Offc Serif Pro" panose="02010504030101020102" pitchFamily="2" charset="0"/>
              </a:rPr>
              <a:t> to wariant popularnego algorytmu uczenia ze wzmocnieniem PPO, dostosowany do środowisk </a:t>
            </a:r>
            <a:r>
              <a:rPr lang="pl-PL" sz="1600" dirty="0" err="1">
                <a:latin typeface="Tisa Offc Serif Pro" panose="02010504030101020102" pitchFamily="2" charset="0"/>
              </a:rPr>
              <a:t>wieloagentowych</a:t>
            </a:r>
            <a:r>
              <a:rPr lang="pl-PL" sz="1600" dirty="0">
                <a:latin typeface="Tisa Offc Serif Pro" panose="02010504030101020102" pitchFamily="2" charset="0"/>
              </a:rPr>
              <a:t>. W tym podejściu każdy agent uczy się całkowicie niezależnie i optymalizuje własną strategię, traktując drugiego gracza po prostu jako element dynamicznie zmieniającego się otoczenia.</a:t>
            </a:r>
            <a:endParaRPr lang="pl-PL" sz="1600" noProof="0" dirty="0">
              <a:latin typeface="Tisa Offc Serif Pro" panose="02010504030101020102" pitchFamily="2" charset="0"/>
            </a:endParaRPr>
          </a:p>
        </p:txBody>
      </p:sp>
      <p:sp>
        <p:nvSpPr>
          <p:cNvPr id="4" name="Slide Number Placeholder 3">
            <a:extLst>
              <a:ext uri="{FF2B5EF4-FFF2-40B4-BE49-F238E27FC236}">
                <a16:creationId xmlns:a16="http://schemas.microsoft.com/office/drawing/2014/main" id="{2BEC2115-E105-8C78-9B8D-651BD59DAABA}"/>
              </a:ext>
            </a:extLst>
          </p:cNvPr>
          <p:cNvSpPr>
            <a:spLocks noGrp="1"/>
          </p:cNvSpPr>
          <p:nvPr>
            <p:ph type="sldNum" sz="quarter" idx="15"/>
          </p:nvPr>
        </p:nvSpPr>
        <p:spPr/>
        <p:txBody>
          <a:bodyPr/>
          <a:lstStyle/>
          <a:p>
            <a:fld id="{18D65601-5AE2-46FC-B138-694DDD2B510D}" type="slidenum">
              <a:rPr lang="pl-PL" noProof="0" smtClean="0"/>
              <a:pPr/>
              <a:t>3</a:t>
            </a:fld>
            <a:endParaRPr lang="pl-PL" noProof="0" dirty="0"/>
          </a:p>
        </p:txBody>
      </p:sp>
      <p:sp>
        <p:nvSpPr>
          <p:cNvPr id="10" name="Content Placeholder 2">
            <a:extLst>
              <a:ext uri="{FF2B5EF4-FFF2-40B4-BE49-F238E27FC236}">
                <a16:creationId xmlns:a16="http://schemas.microsoft.com/office/drawing/2014/main" id="{E1A7216D-5B35-290D-7530-05ACEB6FE86D}"/>
              </a:ext>
            </a:extLst>
          </p:cNvPr>
          <p:cNvSpPr txBox="1">
            <a:spLocks/>
          </p:cNvSpPr>
          <p:nvPr/>
        </p:nvSpPr>
        <p:spPr>
          <a:xfrm>
            <a:off x="4641035" y="2108721"/>
            <a:ext cx="2982264" cy="4119463"/>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0"/>
              </a:spcBef>
              <a:spcAft>
                <a:spcPts val="1200"/>
              </a:spcAft>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00000"/>
              </a:lnSpc>
              <a:spcBef>
                <a:spcPts val="0"/>
              </a:spcBef>
              <a:spcAft>
                <a:spcPts val="1200"/>
              </a:spcAft>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0"/>
              </a:spcBef>
              <a:spcAft>
                <a:spcPts val="1200"/>
              </a:spcAft>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0"/>
              </a:spcBef>
              <a:spcAft>
                <a:spcPts val="1200"/>
              </a:spcAft>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0"/>
              </a:spcBef>
              <a:spcAft>
                <a:spcPts val="120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pl-PL" sz="2400" b="1" dirty="0">
                <a:latin typeface="Tisa Offc Serif Pro" panose="02010504030101020102" pitchFamily="2" charset="0"/>
              </a:rPr>
              <a:t>Self-Play</a:t>
            </a:r>
          </a:p>
          <a:p>
            <a:pPr marL="0" indent="0">
              <a:buNone/>
            </a:pPr>
            <a:r>
              <a:rPr lang="pl-PL" sz="1600" dirty="0">
                <a:latin typeface="Tisa Offc Serif Pro" panose="02010504030101020102" pitchFamily="2" charset="0"/>
              </a:rPr>
              <a:t>Dzięki technice treningowa, w której agent nie uczy się poprzez grę ze stałym botem, lecz rywalizuje ze swoimi aktualnymi i wcześniejszymi wersjami poziom trudności rośnie naturalnie wraz z umiejętnościami agenta, zmuszając go do ciągłego odkrywania nowych strategii.</a:t>
            </a:r>
          </a:p>
        </p:txBody>
      </p:sp>
      <p:sp>
        <p:nvSpPr>
          <p:cNvPr id="11" name="Content Placeholder 2">
            <a:extLst>
              <a:ext uri="{FF2B5EF4-FFF2-40B4-BE49-F238E27FC236}">
                <a16:creationId xmlns:a16="http://schemas.microsoft.com/office/drawing/2014/main" id="{EE388889-58BC-2C50-BCEE-D5F40728E6C0}"/>
              </a:ext>
            </a:extLst>
          </p:cNvPr>
          <p:cNvSpPr txBox="1">
            <a:spLocks/>
          </p:cNvSpPr>
          <p:nvPr/>
        </p:nvSpPr>
        <p:spPr>
          <a:xfrm>
            <a:off x="7831916" y="2108720"/>
            <a:ext cx="2982264" cy="4119463"/>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0"/>
              </a:spcBef>
              <a:spcAft>
                <a:spcPts val="1200"/>
              </a:spcAft>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00000"/>
              </a:lnSpc>
              <a:spcBef>
                <a:spcPts val="0"/>
              </a:spcBef>
              <a:spcAft>
                <a:spcPts val="1200"/>
              </a:spcAft>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0"/>
              </a:spcBef>
              <a:spcAft>
                <a:spcPts val="1200"/>
              </a:spcAft>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0"/>
              </a:spcBef>
              <a:spcAft>
                <a:spcPts val="1200"/>
              </a:spcAft>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0"/>
              </a:spcBef>
              <a:spcAft>
                <a:spcPts val="120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pl-PL" sz="2400" b="1" dirty="0">
                <a:latin typeface="Tisa Offc Serif Pro" panose="02010504030101020102" pitchFamily="2" charset="0"/>
              </a:rPr>
              <a:t>Kształtowanie nagród</a:t>
            </a:r>
          </a:p>
          <a:p>
            <a:pPr marL="0" indent="0">
              <a:buNone/>
            </a:pPr>
            <a:r>
              <a:rPr lang="pl-PL" sz="1600" dirty="0">
                <a:latin typeface="Tisa Offc Serif Pro" panose="02010504030101020102" pitchFamily="2" charset="0"/>
              </a:rPr>
              <a:t>Przyznawanie agentowi mniejszych, pomocniczych punktów za pożądane zachowania, na przykład samo odbicie piłki zapewnia częstszą informację zwrotną, co może przyspieszać proces nauki od podstaw, gdy zdobycie głównego punktu za wygranie wymiany jest początkowo zbyt trudne.</a:t>
            </a:r>
          </a:p>
        </p:txBody>
      </p:sp>
    </p:spTree>
    <p:extLst>
      <p:ext uri="{BB962C8B-B14F-4D97-AF65-F5344CB8AC3E}">
        <p14:creationId xmlns:p14="http://schemas.microsoft.com/office/powerpoint/2010/main" val="8422458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5E1F5-42D5-414B-1D65-AE29026F0D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D0D28A-4554-CCBB-8E79-1B6EC8485A60}"/>
              </a:ext>
            </a:extLst>
          </p:cNvPr>
          <p:cNvSpPr>
            <a:spLocks noGrp="1"/>
          </p:cNvSpPr>
          <p:nvPr>
            <p:ph type="title"/>
          </p:nvPr>
        </p:nvSpPr>
        <p:spPr>
          <a:xfrm>
            <a:off x="1468815" y="503852"/>
            <a:ext cx="9150675" cy="1427585"/>
          </a:xfrm>
        </p:spPr>
        <p:txBody>
          <a:bodyPr/>
          <a:lstStyle/>
          <a:p>
            <a:r>
              <a:rPr lang="pl-PL" b="1" noProof="0" dirty="0"/>
              <a:t>Wykorzystane biblioteki</a:t>
            </a:r>
          </a:p>
        </p:txBody>
      </p:sp>
      <p:graphicFrame>
        <p:nvGraphicFramePr>
          <p:cNvPr id="6" name="Content Placeholder 5">
            <a:extLst>
              <a:ext uri="{FF2B5EF4-FFF2-40B4-BE49-F238E27FC236}">
                <a16:creationId xmlns:a16="http://schemas.microsoft.com/office/drawing/2014/main" id="{EEA8E63E-D38C-AA06-6FE6-7B92E3D20256}"/>
              </a:ext>
            </a:extLst>
          </p:cNvPr>
          <p:cNvGraphicFramePr>
            <a:graphicFrameLocks noGrp="1"/>
          </p:cNvGraphicFramePr>
          <p:nvPr>
            <p:ph sz="quarter" idx="12"/>
            <p:extLst>
              <p:ext uri="{D42A27DB-BD31-4B8C-83A1-F6EECF244321}">
                <p14:modId xmlns:p14="http://schemas.microsoft.com/office/powerpoint/2010/main" val="2115436867"/>
              </p:ext>
            </p:extLst>
          </p:nvPr>
        </p:nvGraphicFramePr>
        <p:xfrm>
          <a:off x="1449388" y="2108200"/>
          <a:ext cx="8553450" cy="2748280"/>
        </p:xfrm>
        <a:graphic>
          <a:graphicData uri="http://schemas.openxmlformats.org/drawingml/2006/table">
            <a:tbl>
              <a:tblPr firstRow="1" bandRow="1">
                <a:tableStyleId>{0E3FDE45-AF77-4B5C-9715-49D594BDF05E}</a:tableStyleId>
              </a:tblPr>
              <a:tblGrid>
                <a:gridCol w="2973322">
                  <a:extLst>
                    <a:ext uri="{9D8B030D-6E8A-4147-A177-3AD203B41FA5}">
                      <a16:colId xmlns:a16="http://schemas.microsoft.com/office/drawing/2014/main" val="2402208359"/>
                    </a:ext>
                  </a:extLst>
                </a:gridCol>
                <a:gridCol w="5580128">
                  <a:extLst>
                    <a:ext uri="{9D8B030D-6E8A-4147-A177-3AD203B41FA5}">
                      <a16:colId xmlns:a16="http://schemas.microsoft.com/office/drawing/2014/main" val="833629638"/>
                    </a:ext>
                  </a:extLst>
                </a:gridCol>
              </a:tblGrid>
              <a:tr h="370840">
                <a:tc>
                  <a:txBody>
                    <a:bodyPr/>
                    <a:lstStyle/>
                    <a:p>
                      <a:r>
                        <a:rPr lang="pl-PL" sz="2400" b="1" dirty="0">
                          <a:latin typeface="Tisa Offc Serif Pro" panose="02010504030101020102" pitchFamily="2" charset="0"/>
                        </a:rPr>
                        <a:t>Biblioteka</a:t>
                      </a:r>
                      <a:endParaRPr lang="en-US" sz="2400" b="1" dirty="0">
                        <a:latin typeface="Tisa Offc Serif Pro" panose="02010504030101020102" pitchFamily="2" charset="0"/>
                      </a:endParaRPr>
                    </a:p>
                  </a:txBody>
                  <a:tcPr>
                    <a:solidFill>
                      <a:srgbClr val="95B8BF"/>
                    </a:solidFill>
                  </a:tcPr>
                </a:tc>
                <a:tc>
                  <a:txBody>
                    <a:bodyPr/>
                    <a:lstStyle/>
                    <a:p>
                      <a:r>
                        <a:rPr lang="pl-PL" sz="2400" b="1" dirty="0">
                          <a:latin typeface="Tisa Offc Serif Pro" panose="02010504030101020102" pitchFamily="2" charset="0"/>
                        </a:rPr>
                        <a:t>Rola w projekcie</a:t>
                      </a:r>
                      <a:endParaRPr lang="en-US" sz="2400" b="1" dirty="0">
                        <a:latin typeface="Tisa Offc Serif Pro" panose="02010504030101020102" pitchFamily="2" charset="0"/>
                      </a:endParaRPr>
                    </a:p>
                  </a:txBody>
                  <a:tcPr>
                    <a:solidFill>
                      <a:srgbClr val="95B8BF"/>
                    </a:solidFill>
                  </a:tcPr>
                </a:tc>
                <a:extLst>
                  <a:ext uri="{0D108BD9-81ED-4DB2-BD59-A6C34878D82A}">
                    <a16:rowId xmlns:a16="http://schemas.microsoft.com/office/drawing/2014/main" val="3484576100"/>
                  </a:ext>
                </a:extLst>
              </a:tr>
              <a:tr h="370840">
                <a:tc>
                  <a:txBody>
                    <a:bodyPr/>
                    <a:lstStyle/>
                    <a:p>
                      <a:r>
                        <a:rPr lang="en-US" dirty="0">
                          <a:latin typeface="Tisa Offc Serif Pro" panose="02010504030101020102" pitchFamily="2" charset="0"/>
                          <a:hlinkClick r:id="rId2"/>
                        </a:rPr>
                        <a:t>AgileRL</a:t>
                      </a:r>
                      <a:endParaRPr lang="en-US" dirty="0">
                        <a:latin typeface="Tisa Offc Serif Pro" panose="02010504030101020102" pitchFamily="2" charset="0"/>
                      </a:endParaRPr>
                    </a:p>
                  </a:txBody>
                  <a:tcPr/>
                </a:tc>
                <a:tc>
                  <a:txBody>
                    <a:bodyPr/>
                    <a:lstStyle/>
                    <a:p>
                      <a:r>
                        <a:rPr lang="pl-PL" dirty="0">
                          <a:latin typeface="Tisa Offc Serif Pro" panose="02010504030101020102" pitchFamily="2" charset="0"/>
                        </a:rPr>
                        <a:t>Implementacja algorytmów RL i ewolucyjna optymalizacja hiperparametrów.</a:t>
                      </a:r>
                      <a:endParaRPr lang="en-US" dirty="0">
                        <a:latin typeface="Tisa Offc Serif Pro" panose="02010504030101020102" pitchFamily="2" charset="0"/>
                      </a:endParaRPr>
                    </a:p>
                  </a:txBody>
                  <a:tcPr/>
                </a:tc>
                <a:extLst>
                  <a:ext uri="{0D108BD9-81ED-4DB2-BD59-A6C34878D82A}">
                    <a16:rowId xmlns:a16="http://schemas.microsoft.com/office/drawing/2014/main" val="1079141856"/>
                  </a:ext>
                </a:extLst>
              </a:tr>
              <a:tr h="370840">
                <a:tc>
                  <a:txBody>
                    <a:bodyPr/>
                    <a:lstStyle/>
                    <a:p>
                      <a:r>
                        <a:rPr lang="en-US" dirty="0">
                          <a:latin typeface="Tisa Offc Serif Pro" panose="02010504030101020102" pitchFamily="2" charset="0"/>
                          <a:hlinkClick r:id="rId3"/>
                        </a:rPr>
                        <a:t>SlimeVolleyGym</a:t>
                      </a:r>
                      <a:endParaRPr lang="en-US" dirty="0">
                        <a:latin typeface="Tisa Offc Serif Pro" panose="02010504030101020102" pitchFamily="2" charset="0"/>
                      </a:endParaRPr>
                    </a:p>
                  </a:txBody>
                  <a:tcPr/>
                </a:tc>
                <a:tc>
                  <a:txBody>
                    <a:bodyPr/>
                    <a:lstStyle/>
                    <a:p>
                      <a:r>
                        <a:rPr lang="pl-PL" dirty="0">
                          <a:latin typeface="Tisa Offc Serif Pro" panose="02010504030101020102" pitchFamily="2" charset="0"/>
                        </a:rPr>
                        <a:t>Silnik fizyczny gry oraz interfejs środowiska kompatybilny z OpenAI Gym.</a:t>
                      </a:r>
                      <a:endParaRPr lang="en-US" dirty="0">
                        <a:latin typeface="Tisa Offc Serif Pro" panose="02010504030101020102" pitchFamily="2" charset="0"/>
                      </a:endParaRPr>
                    </a:p>
                  </a:txBody>
                  <a:tcPr/>
                </a:tc>
                <a:extLst>
                  <a:ext uri="{0D108BD9-81ED-4DB2-BD59-A6C34878D82A}">
                    <a16:rowId xmlns:a16="http://schemas.microsoft.com/office/drawing/2014/main" val="1570438337"/>
                  </a:ext>
                </a:extLst>
              </a:tr>
              <a:tr h="370840">
                <a:tc>
                  <a:txBody>
                    <a:bodyPr/>
                    <a:lstStyle/>
                    <a:p>
                      <a:r>
                        <a:rPr lang="en-US" dirty="0">
                          <a:latin typeface="Tisa Offc Serif Pro" panose="02010504030101020102" pitchFamily="2" charset="0"/>
                          <a:hlinkClick r:id="rId4"/>
                        </a:rPr>
                        <a:t>NumPy</a:t>
                      </a:r>
                      <a:endParaRPr lang="en-US" dirty="0">
                        <a:latin typeface="Tisa Offc Serif Pro" panose="02010504030101020102" pitchFamily="2" charset="0"/>
                      </a:endParaRPr>
                    </a:p>
                  </a:txBody>
                  <a:tcPr/>
                </a:tc>
                <a:tc>
                  <a:txBody>
                    <a:bodyPr/>
                    <a:lstStyle/>
                    <a:p>
                      <a:r>
                        <a:rPr lang="pl-PL" dirty="0">
                          <a:latin typeface="Tisa Offc Serif Pro" panose="02010504030101020102" pitchFamily="2" charset="0"/>
                        </a:rPr>
                        <a:t>Wydajne operacje macierzowe na wektorach stanu.</a:t>
                      </a:r>
                      <a:endParaRPr lang="en-US" dirty="0">
                        <a:latin typeface="Tisa Offc Serif Pro" panose="02010504030101020102" pitchFamily="2" charset="0"/>
                      </a:endParaRPr>
                    </a:p>
                  </a:txBody>
                  <a:tcPr/>
                </a:tc>
                <a:extLst>
                  <a:ext uri="{0D108BD9-81ED-4DB2-BD59-A6C34878D82A}">
                    <a16:rowId xmlns:a16="http://schemas.microsoft.com/office/drawing/2014/main" val="2091401181"/>
                  </a:ext>
                </a:extLst>
              </a:tr>
              <a:tr h="370840">
                <a:tc>
                  <a:txBody>
                    <a:bodyPr/>
                    <a:lstStyle/>
                    <a:p>
                      <a:r>
                        <a:rPr lang="en-US" dirty="0">
                          <a:latin typeface="Tisa Offc Serif Pro" panose="02010504030101020102" pitchFamily="2" charset="0"/>
                          <a:hlinkClick r:id="rId5"/>
                        </a:rPr>
                        <a:t>PyTorch / Stable-Baselines</a:t>
                      </a:r>
                      <a:endParaRPr lang="en-US" dirty="0">
                        <a:latin typeface="Tisa Offc Serif Pro" panose="02010504030101020102" pitchFamily="2" charset="0"/>
                      </a:endParaRPr>
                    </a:p>
                  </a:txBody>
                  <a:tcPr/>
                </a:tc>
                <a:tc>
                  <a:txBody>
                    <a:bodyPr/>
                    <a:lstStyle/>
                    <a:p>
                      <a:r>
                        <a:rPr lang="pl-PL" dirty="0">
                          <a:latin typeface="Tisa Offc Serif Pro" panose="02010504030101020102" pitchFamily="2" charset="0"/>
                        </a:rPr>
                        <a:t>Framework do budowy sieci neuronowych i zarządzania procesem uczenia.</a:t>
                      </a:r>
                      <a:endParaRPr lang="en-US" dirty="0">
                        <a:latin typeface="Tisa Offc Serif Pro" panose="02010504030101020102" pitchFamily="2" charset="0"/>
                      </a:endParaRPr>
                    </a:p>
                  </a:txBody>
                  <a:tcPr/>
                </a:tc>
                <a:extLst>
                  <a:ext uri="{0D108BD9-81ED-4DB2-BD59-A6C34878D82A}">
                    <a16:rowId xmlns:a16="http://schemas.microsoft.com/office/drawing/2014/main" val="3143107506"/>
                  </a:ext>
                </a:extLst>
              </a:tr>
            </a:tbl>
          </a:graphicData>
        </a:graphic>
      </p:graphicFrame>
      <p:sp>
        <p:nvSpPr>
          <p:cNvPr id="4" name="Slide Number Placeholder 3">
            <a:extLst>
              <a:ext uri="{FF2B5EF4-FFF2-40B4-BE49-F238E27FC236}">
                <a16:creationId xmlns:a16="http://schemas.microsoft.com/office/drawing/2014/main" id="{E4533386-230E-8977-616E-634515E68260}"/>
              </a:ext>
            </a:extLst>
          </p:cNvPr>
          <p:cNvSpPr>
            <a:spLocks noGrp="1"/>
          </p:cNvSpPr>
          <p:nvPr>
            <p:ph type="sldNum" sz="quarter" idx="15"/>
          </p:nvPr>
        </p:nvSpPr>
        <p:spPr/>
        <p:txBody>
          <a:bodyPr/>
          <a:lstStyle/>
          <a:p>
            <a:fld id="{18D65601-5AE2-46FC-B138-694DDD2B510D}" type="slidenum">
              <a:rPr lang="pl-PL" noProof="0" smtClean="0"/>
              <a:pPr/>
              <a:t>4</a:t>
            </a:fld>
            <a:endParaRPr lang="pl-PL" noProof="0" dirty="0"/>
          </a:p>
        </p:txBody>
      </p:sp>
    </p:spTree>
    <p:extLst>
      <p:ext uri="{BB962C8B-B14F-4D97-AF65-F5344CB8AC3E}">
        <p14:creationId xmlns:p14="http://schemas.microsoft.com/office/powerpoint/2010/main" val="14554415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101732C-7338-DBA0-BD19-1FA88304749F}"/>
              </a:ext>
            </a:extLst>
          </p:cNvPr>
          <p:cNvSpPr>
            <a:spLocks noGrp="1"/>
          </p:cNvSpPr>
          <p:nvPr>
            <p:ph type="title"/>
          </p:nvPr>
        </p:nvSpPr>
        <p:spPr>
          <a:xfrm>
            <a:off x="1317614" y="690511"/>
            <a:ext cx="4964671" cy="5253089"/>
          </a:xfrm>
        </p:spPr>
        <p:txBody>
          <a:bodyPr/>
          <a:lstStyle/>
          <a:p>
            <a:r>
              <a:rPr lang="pl-PL" dirty="0"/>
              <a:t>Dziękuję za uwagę</a:t>
            </a:r>
            <a:endParaRPr lang="en-US" dirty="0"/>
          </a:p>
        </p:txBody>
      </p:sp>
    </p:spTree>
    <p:extLst>
      <p:ext uri="{BB962C8B-B14F-4D97-AF65-F5344CB8AC3E}">
        <p14:creationId xmlns:p14="http://schemas.microsoft.com/office/powerpoint/2010/main" val="704370842"/>
      </p:ext>
    </p:extLst>
  </p:cSld>
  <p:clrMapOvr>
    <a:masterClrMapping/>
  </p:clrMapOvr>
</p:sld>
</file>

<file path=ppt/theme/theme1.xml><?xml version="1.0" encoding="utf-8"?>
<a:theme xmlns:a="http://schemas.openxmlformats.org/drawingml/2006/main" name="Custom">
  <a:themeElements>
    <a:clrScheme name="Custom 23">
      <a:dk1>
        <a:sysClr val="windowText" lastClr="000000"/>
      </a:dk1>
      <a:lt1>
        <a:sysClr val="window" lastClr="FFFFFF"/>
      </a:lt1>
      <a:dk2>
        <a:srgbClr val="44546A"/>
      </a:dk2>
      <a:lt2>
        <a:srgbClr val="E7E6E6"/>
      </a:lt2>
      <a:accent1>
        <a:srgbClr val="58696B"/>
      </a:accent1>
      <a:accent2>
        <a:srgbClr val="95B8BF"/>
      </a:accent2>
      <a:accent3>
        <a:srgbClr val="BFD4D9"/>
      </a:accent3>
      <a:accent4>
        <a:srgbClr val="5B4839"/>
      </a:accent4>
      <a:accent5>
        <a:srgbClr val="C3A398"/>
      </a:accent5>
      <a:accent6>
        <a:srgbClr val="CA553E"/>
      </a:accent6>
      <a:hlink>
        <a:srgbClr val="0563C1"/>
      </a:hlink>
      <a:folHlink>
        <a:srgbClr val="954F72"/>
      </a:folHlink>
    </a:clrScheme>
    <a:fontScheme name="Custom 30">
      <a:majorFont>
        <a:latin typeface="Tisa Offc Serif Pro"/>
        <a:ea typeface=""/>
        <a:cs typeface=""/>
      </a:majorFont>
      <a:minorFont>
        <a:latin typeface="Univer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a:solidFill>
            <a:schemeClr val="accent5">
              <a:lumMod val="20000"/>
              <a:lumOff val="80000"/>
            </a:schemeClr>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TM78544816_Win32_SL_V10" id="{8934A6D9-B969-498F-A646-4B502FD69C4E}" vid="{AA78C1C8-456D-41A9-83FC-BC8B9A8EE3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FDB7358-0BCB-4DEB-B717-C1D7CC555F05}">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6DE3707C-8CAB-4302-B7E1-D32E1543E05C}">
  <ds:schemaRefs>
    <ds:schemaRef ds:uri="http://schemas.microsoft.com/sharepoint/v3/contenttype/forms"/>
  </ds:schemaRefs>
</ds:datastoreItem>
</file>

<file path=customXml/itemProps3.xml><?xml version="1.0" encoding="utf-8"?>
<ds:datastoreItem xmlns:ds="http://schemas.openxmlformats.org/officeDocument/2006/customXml" ds:itemID="{B69E9DE5-EFFE-4262-A023-32732F0B666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{B6D8DAC5-CF45-4195-805E-198E01508F8A}TF3977e381-cba5-49b1-ba43-b5d865517af907ebbda9_win32-372d4d6ae720</Template>
  <TotalTime>84</TotalTime>
  <Words>322</Words>
  <Application>Microsoft Office PowerPoint</Application>
  <PresentationFormat>Widescreen</PresentationFormat>
  <Paragraphs>31</Paragraphs>
  <Slides>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Arial</vt:lpstr>
      <vt:lpstr>Calibri</vt:lpstr>
      <vt:lpstr>Tisa Offc Serif Pro</vt:lpstr>
      <vt:lpstr>Univers Light</vt:lpstr>
      <vt:lpstr>Custom</vt:lpstr>
      <vt:lpstr>Slime Volleyball MARL</vt:lpstr>
      <vt:lpstr>Środowisko SlimeVolleyGym</vt:lpstr>
      <vt:lpstr>Mechanizmy sztucznej inteligencji</vt:lpstr>
      <vt:lpstr>Wykorzystane biblioteki</vt:lpstr>
      <vt:lpstr>Dziękuję za uwagę</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rmesek</dc:creator>
  <cp:lastModifiedBy>rmesek</cp:lastModifiedBy>
  <cp:revision>25</cp:revision>
  <dcterms:created xsi:type="dcterms:W3CDTF">2026-05-18T21:41:12Z</dcterms:created>
  <dcterms:modified xsi:type="dcterms:W3CDTF">2026-05-18T23:06:26Z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